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31750">
              <a:solidFill>
                <a:srgbClr val="4F81BD"/>
              </a:solidFill>
            </a:ln>
          </c:spPr>
          <c:marker>
            <c:symbol val="circle"/>
            <c:size val="7"/>
          </c:marker>
          <c:cat>
            <c:strRef>
              <c:f>Sheet1!$A$2:$A$11</c:f>
              <c:strCache>
                <c:ptCount val="10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  <c:pt idx="7">
                  <c:v>H</c:v>
                </c:pt>
                <c:pt idx="8">
                  <c:v>I</c:v>
                </c:pt>
                <c:pt idx="9">
                  <c:v>J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100.0</c:v>
                </c:pt>
                <c:pt idx="1">
                  <c:v>200.0</c:v>
                </c:pt>
                <c:pt idx="2">
                  <c:v>150.0</c:v>
                </c:pt>
                <c:pt idx="3">
                  <c:v>300.0</c:v>
                </c:pt>
                <c:pt idx="4">
                  <c:v>250.0</c:v>
                </c:pt>
                <c:pt idx="5">
                  <c:v>180.0</c:v>
                </c:pt>
                <c:pt idx="6">
                  <c:v>220.0</c:v>
                </c:pt>
                <c:pt idx="7">
                  <c:v>190.0</c:v>
                </c:pt>
                <c:pt idx="8">
                  <c:v>210.0</c:v>
                </c:pt>
                <c:pt idx="9">
                  <c:v>170.0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</c:v>
                </c:pt>
              </c:strCache>
            </c:strRef>
          </c:tx>
          <c:spPr>
            <a:ln w="31750">
              <a:solidFill>
                <a:srgbClr val="C23934"/>
              </a:solidFill>
            </a:ln>
          </c:spPr>
          <c:marker>
            <c:symbol val="circle"/>
            <c:size val="7"/>
          </c:marker>
          <c:cat>
            <c:strRef>
              <c:f>Sheet1!$A$2:$A$11</c:f>
              <c:strCache>
                <c:ptCount val="10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  <c:pt idx="7">
                  <c:v>H</c:v>
                </c:pt>
                <c:pt idx="8">
                  <c:v>I</c:v>
                </c:pt>
                <c:pt idx="9">
                  <c:v>J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20.0</c:v>
                </c:pt>
                <c:pt idx="1">
                  <c:v>40.0</c:v>
                </c:pt>
                <c:pt idx="2">
                  <c:v>30.0</c:v>
                </c:pt>
                <c:pt idx="3">
                  <c:v>60.0</c:v>
                </c:pt>
                <c:pt idx="4">
                  <c:v>50.0</c:v>
                </c:pt>
                <c:pt idx="5">
                  <c:v>35.0</c:v>
                </c:pt>
                <c:pt idx="6">
                  <c:v>45.0</c:v>
                </c:pt>
                <c:pt idx="7">
                  <c:v>38.0</c:v>
                </c:pt>
                <c:pt idx="8">
                  <c:v>42.0</c:v>
                </c:pt>
                <c:pt idx="9">
                  <c:v>34.0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Growth</c:v>
                </c:pt>
              </c:strCache>
            </c:strRef>
          </c:tx>
          <c:spPr>
            <a:ln w="31750">
              <a:solidFill>
                <a:srgbClr val="9BBB59"/>
              </a:solidFill>
            </a:ln>
          </c:spPr>
          <c:marker>
            <c:symbol val="circle"/>
            <c:size val="7"/>
          </c:marker>
          <c:cat>
            <c:strRef>
              <c:f>Sheet1!$A$2:$A$11</c:f>
              <c:strCache>
                <c:ptCount val="10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  <c:pt idx="7">
                  <c:v>H</c:v>
                </c:pt>
                <c:pt idx="8">
                  <c:v>I</c:v>
                </c:pt>
                <c:pt idx="9">
                  <c:v>J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5.0</c:v>
                </c:pt>
                <c:pt idx="1">
                  <c:v>10.0</c:v>
                </c:pt>
                <c:pt idx="2">
                  <c:v>7.0</c:v>
                </c:pt>
                <c:pt idx="3">
                  <c:v>15.0</c:v>
                </c:pt>
                <c:pt idx="4">
                  <c:v>12.0</c:v>
                </c:pt>
                <c:pt idx="5">
                  <c:v>8.0</c:v>
                </c:pt>
                <c:pt idx="6">
                  <c:v>11.0</c:v>
                </c:pt>
                <c:pt idx="7">
                  <c:v>9.0</c:v>
                </c:pt>
                <c:pt idx="8">
                  <c:v>10.0</c:v>
                </c:pt>
                <c:pt idx="9">
                  <c:v>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97D"/>
                </a:solidFill>
              </a:defRPr>
            </a:pPr>
            <a:r>
              <a:t>Data Insights &amp; Analysis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754880" y="1188720"/>
          <a:ext cx="393192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