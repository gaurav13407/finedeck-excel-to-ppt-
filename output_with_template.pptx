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0F5132"/>
              </a:solidFill>
            </c:spPr>
          </c:dPt>
          <c:dPt>
            <c:idx val="1"/>
            <c:spPr>
              <a:solidFill>
                <a:srgbClr val="198754"/>
              </a:solidFill>
            </c:spPr>
          </c:dPt>
          <c:dPt>
            <c:idx val="2"/>
            <c:spPr>
              <a:solidFill>
                <a:srgbClr val="20C997"/>
              </a:solidFill>
            </c:spPr>
          </c:dPt>
          <c:dPt>
            <c:idx val="3"/>
            <c:spPr>
              <a:solidFill>
                <a:srgbClr val="6FCF97"/>
              </a:solidFill>
            </c:spPr>
          </c:dPt>
          <c:dPt>
            <c:idx val="4"/>
            <c:spPr>
              <a:solidFill>
                <a:srgbClr val="28A745"/>
              </a:solidFill>
            </c:spPr>
          </c:dPt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5132"/>
                </a:solidFill>
              </a:defRPr>
            </a:pPr>
            <a:r>
              <a:t>Financial Report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