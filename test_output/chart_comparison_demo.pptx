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Pt>
            <c:idx val="0"/>
            <c:spPr>
              <a:solidFill>
                <a:srgbClr val="4A148C"/>
              </a:solidFill>
            </c:spPr>
          </c:dPt>
          <c:dPt>
            <c:idx val="1"/>
            <c:spPr>
              <a:solidFill>
                <a:srgbClr val="7B1FA2"/>
              </a:solidFill>
            </c:spPr>
          </c:dPt>
          <c:dPt>
            <c:idx val="2"/>
            <c:spPr>
              <a:solidFill>
                <a:srgbClr val="9C27B0"/>
              </a:solidFill>
            </c:spPr>
          </c:dPt>
          <c:dPt>
            <c:idx val="3"/>
            <c:spPr>
              <a:solidFill>
                <a:srgbClr val="BA68C8"/>
              </a:solidFill>
            </c:spPr>
          </c:dPt>
          <c:dPt>
            <c:idx val="4"/>
            <c:spPr>
              <a:solidFill>
                <a:srgbClr val="CE93D8"/>
              </a:solidFill>
            </c:spPr>
          </c:dPt>
          <c:cat>
            <c:strRef>
              <c:f>Sheet1!$A$2:$A$6</c:f>
              <c:strCache>
                <c:ptCount val="5"/>
                <c:pt idx="0">
                  <c:v>Stocks</c:v>
                </c:pt>
                <c:pt idx="1">
                  <c:v>Bonds</c:v>
                </c:pt>
                <c:pt idx="2">
                  <c:v>Real Estate</c:v>
                </c:pt>
                <c:pt idx="3">
                  <c:v>Cash</c:v>
                </c:pt>
                <c:pt idx="4">
                  <c:v>Commodities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CE93D8"/>
            </a:solidFill>
          </c:spPr>
          <c:cat>
            <c:strRef>
              <c:f>Sheet1!$A$2:$A$6</c:f>
              <c:strCache>
                <c:ptCount val="5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  <c:pt idx="3">
                  <c:v>Product D</c:v>
                </c:pt>
                <c:pt idx="4">
                  <c:v>Product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87</c:v>
                </c:pt>
                <c:pt idx="2">
                  <c:v>82</c:v>
                </c:pt>
                <c:pt idx="3">
                  <c:v>76</c:v>
                </c:pt>
                <c:pt idx="4">
                  <c:v>68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1750">
              <a:solidFill>
                <a:srgbClr val="4A148C"/>
              </a:solidFill>
            </a:ln>
          </c:spPr>
          <c:marker>
            <c:symbol val="circle"/>
            <c:size val="7"/>
          </c:marker>
          <c:cat>
            <c:strRef>
              <c:f>Sheet1!$A$2:$A$6</c:f>
              <c:strCache>
                <c:ptCount val="5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Q1 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145</c:v>
                </c:pt>
                <c:pt idx="2">
                  <c:v>160</c:v>
                </c:pt>
                <c:pt idx="3">
                  <c:v>175</c:v>
                </c:pt>
                <c:pt idx="4">
                  <c:v>195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ln w="31750">
              <a:solidFill>
                <a:srgbClr val="7B1FA2"/>
              </a:solidFill>
            </a:ln>
          </c:spPr>
          <c:marker>
            <c:symbol val="circle"/>
            <c:size val="7"/>
          </c:marker>
          <c:cat>
            <c:strRef>
              <c:f>Sheet1!$A$2:$A$6</c:f>
              <c:strCache>
                <c:ptCount val="5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Q1 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</c:v>
                </c:pt>
                <c:pt idx="1">
                  <c:v>32</c:v>
                </c:pt>
                <c:pt idx="2">
                  <c:v>38</c:v>
                </c:pt>
                <c:pt idx="3">
                  <c:v>45</c:v>
                </c:pt>
                <c:pt idx="4">
                  <c:v>52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4A148C"/>
            </a:solidFill>
          </c:spPr>
          <c:cat>
            <c:strRef>
              <c:f>Sheet1!$A$2:$A$6</c:f>
              <c:strCache>
                <c:ptCount val="5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135</c:v>
                </c:pt>
                <c:pt idx="2">
                  <c:v>145</c:v>
                </c:pt>
                <c:pt idx="3">
                  <c:v>128</c:v>
                </c:pt>
                <c:pt idx="4">
                  <c:v>142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B1FA2"/>
            </a:solidFill>
          </c:spPr>
          <c:cat>
            <c:strRef>
              <c:f>Sheet1!$A$2:$A$6</c:f>
              <c:strCache>
                <c:ptCount val="5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165</c:v>
                </c:pt>
                <c:pt idx="1">
                  <c:v>148</c:v>
                </c:pt>
                <c:pt idx="2">
                  <c:v>158</c:v>
                </c:pt>
                <c:pt idx="3">
                  <c:v>140</c:v>
                </c:pt>
                <c:pt idx="4">
                  <c:v>155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A148C"/>
          </a:solidFill>
          <a:ln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Enhanced Chart</a:t>
            </a:r>
            <a:br/>
            <a:r>
              <a:t>Visualization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CE93D8"/>
                </a:solidFill>
              </a:defRPr>
            </a:pPr>
            <a:r>
              <a:t>See the Difference: Auto-Detection &amp; Template Colors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📊 Enhanced Pie Chart - Portfolio Allocation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4495E"/>
                </a:solidFill>
              </a:defRPr>
            </a:pPr>
            <a:r>
              <a:t>✨ Features: Purple template colors • Percentage labels • Professional legend • Auto-detected as PIE for distribution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📊 Enhanced Bar Chart - Top Performers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4495E"/>
                </a:solidFill>
              </a:defRPr>
            </a:pPr>
            <a:r>
              <a:t>✨ Features: Horizontal bars • Purple gradient • Value labels • Auto-detected as BAR for ≤10 categories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📊 Enhanced Line Chart - Revenue Trends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4495E"/>
                </a:solidFill>
              </a:defRPr>
            </a:pPr>
            <a:r>
              <a:t>✨ Features: Purple lines with markers • Multiple series • Legend • Auto-detected as LINE for time-series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📊 Enhanced Column Chart - Regional Sales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4495E"/>
                </a:solidFill>
              </a:defRPr>
            </a:pPr>
            <a:r>
              <a:t>✨ Features: Vertical columns • Purple color scheme • Grouped series • Auto-detected as COLUMN for category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FF1"/>
          </a:solidFill>
          <a:ln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4A148C"/>
                </a:solidFill>
              </a:defRPr>
            </a:pPr>
            <a:r>
              <a:t>✅ Enhanced Chart Features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  <a:r>
              <a:t>✨ Auto-Detection: Automatically selects PIE/BAR/LINE/COLUMN based on data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  <a:r>
              <a:t>🎨 Template Colors: All charts use Royal Purple color scheme for brand 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  <a:r>
              <a:t>📊 Professional Formatting: Better labels, legends, and data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  <a:r>
              <a:t>🔄 Intelligent Fallback: Gracefully handles errors with simple chart alternatives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  <a:r>
              <a:t>📈 Multiple Series Support: Line and column charts support multiple data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</a:defRPr>
            </a:pPr>
            <a:r>
              <a:t>💯 Percentage Labels: Pie charts show % values for easy interpretation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