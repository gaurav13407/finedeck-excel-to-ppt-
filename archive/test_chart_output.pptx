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Lbls>
            <c:txPr>
              <a:bodyPr/>
              <a:lstStyle/>
              <a:p>
                <a:pPr>
                  <a:defRPr sz="9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100.0</c:v>
                </c:pt>
                <c:pt idx="1">
                  <c:v>200.0</c:v>
                </c:pt>
                <c:pt idx="2">
                  <c:v>150.0</c:v>
                </c:pt>
                <c:pt idx="3">
                  <c:v>300.0</c:v>
                </c:pt>
                <c:pt idx="4">
                  <c:v>250.0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