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Row ID</c:v>
                </c:pt>
              </c:strCache>
            </c:strRef>
          </c:tx>
          <c:cat>
            <c:strRef>
              <c:f>Sheet1!$A$2:$A$51</c:f>
              <c:strCache>
                <c:ptCount val="50"/>
                <c:pt idx="0">
                  <c:v>CA-2016-101343</c:v>
                </c:pt>
                <c:pt idx="1">
                  <c:v>CA-2017-163405</c:v>
                </c:pt>
                <c:pt idx="2">
                  <c:v>CA-2017-163405</c:v>
                </c:pt>
                <c:pt idx="3">
                  <c:v>US-2016-115819</c:v>
                </c:pt>
                <c:pt idx="4">
                  <c:v>US-2016-115819</c:v>
                </c:pt>
                <c:pt idx="5">
                  <c:v>US-2016-115819</c:v>
                </c:pt>
                <c:pt idx="6">
                  <c:v>US-2016-116729</c:v>
                </c:pt>
                <c:pt idx="7">
                  <c:v>CA-2014-106439</c:v>
                </c:pt>
                <c:pt idx="8">
                  <c:v>CA-2014-106439</c:v>
                </c:pt>
                <c:pt idx="9">
                  <c:v>CA-2014-106439</c:v>
                </c:pt>
                <c:pt idx="10">
                  <c:v>CA-2014-106439</c:v>
                </c:pt>
                <c:pt idx="11">
                  <c:v>CA-2014-106439</c:v>
                </c:pt>
                <c:pt idx="12">
                  <c:v>CA-2016-118913</c:v>
                </c:pt>
                <c:pt idx="13">
                  <c:v>CA-2014-113579</c:v>
                </c:pt>
                <c:pt idx="14">
                  <c:v>CA-2017-126242</c:v>
                </c:pt>
                <c:pt idx="15">
                  <c:v>CA-2014-110849</c:v>
                </c:pt>
                <c:pt idx="16">
                  <c:v>CA-2014-110849</c:v>
                </c:pt>
                <c:pt idx="17">
                  <c:v>CA-2014-110849</c:v>
                </c:pt>
                <c:pt idx="18">
                  <c:v>CA-2016-130029</c:v>
                </c:pt>
                <c:pt idx="19">
                  <c:v>CA-2016-130029</c:v>
                </c:pt>
                <c:pt idx="20">
                  <c:v>CA-2015-167745</c:v>
                </c:pt>
                <c:pt idx="21">
                  <c:v>CA-2015-167745</c:v>
                </c:pt>
                <c:pt idx="22">
                  <c:v>CA-2014-101931</c:v>
                </c:pt>
                <c:pt idx="23">
                  <c:v>CA-2014-101931</c:v>
                </c:pt>
                <c:pt idx="24">
                  <c:v>CA-2014-101931</c:v>
                </c:pt>
                <c:pt idx="25">
                  <c:v>CA-2015-125234</c:v>
                </c:pt>
                <c:pt idx="26">
                  <c:v>CA-2016-109365</c:v>
                </c:pt>
                <c:pt idx="27">
                  <c:v>CA-2016-109365</c:v>
                </c:pt>
                <c:pt idx="28">
                  <c:v>CA-2016-109365</c:v>
                </c:pt>
                <c:pt idx="29">
                  <c:v>CA-2016-109365</c:v>
                </c:pt>
                <c:pt idx="30">
                  <c:v>CA-2016-109365</c:v>
                </c:pt>
                <c:pt idx="31">
                  <c:v>CA-2015-118871</c:v>
                </c:pt>
                <c:pt idx="32">
                  <c:v>CA-2017-138149</c:v>
                </c:pt>
                <c:pt idx="33">
                  <c:v>CA-2017-138149</c:v>
                </c:pt>
                <c:pt idx="34">
                  <c:v>CA-2017-134635</c:v>
                </c:pt>
                <c:pt idx="35">
                  <c:v>CA-2014-130813</c:v>
                </c:pt>
                <c:pt idx="36">
                  <c:v>CA-2014-148614</c:v>
                </c:pt>
                <c:pt idx="37">
                  <c:v>CA-2014-168305</c:v>
                </c:pt>
                <c:pt idx="38">
                  <c:v>CA-2014-168305</c:v>
                </c:pt>
                <c:pt idx="39">
                  <c:v>CA-2017-112431</c:v>
                </c:pt>
                <c:pt idx="40">
                  <c:v>CA-2015-135580</c:v>
                </c:pt>
                <c:pt idx="41">
                  <c:v>CA-2015-135580</c:v>
                </c:pt>
                <c:pt idx="42">
                  <c:v>CA-2015-135580</c:v>
                </c:pt>
                <c:pt idx="43">
                  <c:v>CA-2014-102652</c:v>
                </c:pt>
                <c:pt idx="44">
                  <c:v>CA-2014-102652</c:v>
                </c:pt>
                <c:pt idx="45">
                  <c:v>US-2016-112970</c:v>
                </c:pt>
                <c:pt idx="46">
                  <c:v>CA-2016-161025</c:v>
                </c:pt>
                <c:pt idx="47">
                  <c:v>CA-2016-100944</c:v>
                </c:pt>
                <c:pt idx="48">
                  <c:v>CA-2016-147473</c:v>
                </c:pt>
                <c:pt idx="49">
                  <c:v>CA-2014-138737</c:v>
                </c:pt>
              </c:strCache>
            </c: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43</c:v>
                </c:pt>
                <c:pt idx="1">
                  <c:v>514</c:v>
                </c:pt>
                <c:pt idx="2">
                  <c:v>515</c:v>
                </c:pt>
                <c:pt idx="3">
                  <c:v>1606</c:v>
                </c:pt>
                <c:pt idx="4">
                  <c:v>1607</c:v>
                </c:pt>
                <c:pt idx="5">
                  <c:v>1609</c:v>
                </c:pt>
                <c:pt idx="6">
                  <c:v>1807</c:v>
                </c:pt>
                <c:pt idx="7">
                  <c:v>2060</c:v>
                </c:pt>
                <c:pt idx="8">
                  <c:v>2061</c:v>
                </c:pt>
                <c:pt idx="9">
                  <c:v>2063</c:v>
                </c:pt>
                <c:pt idx="10">
                  <c:v>2065</c:v>
                </c:pt>
                <c:pt idx="11">
                  <c:v>2068</c:v>
                </c:pt>
                <c:pt idx="12">
                  <c:v>2191</c:v>
                </c:pt>
                <c:pt idx="13">
                  <c:v>2492</c:v>
                </c:pt>
                <c:pt idx="14">
                  <c:v>2944</c:v>
                </c:pt>
                <c:pt idx="15">
                  <c:v>3534</c:v>
                </c:pt>
                <c:pt idx="16">
                  <c:v>3535</c:v>
                </c:pt>
                <c:pt idx="17">
                  <c:v>3536</c:v>
                </c:pt>
                <c:pt idx="18">
                  <c:v>3565</c:v>
                </c:pt>
                <c:pt idx="19">
                  <c:v>3566</c:v>
                </c:pt>
                <c:pt idx="20">
                  <c:v>3759</c:v>
                </c:pt>
                <c:pt idx="21">
                  <c:v>3760</c:v>
                </c:pt>
                <c:pt idx="22">
                  <c:v>3844</c:v>
                </c:pt>
                <c:pt idx="23">
                  <c:v>3845</c:v>
                </c:pt>
                <c:pt idx="24">
                  <c:v>3847</c:v>
                </c:pt>
                <c:pt idx="25">
                  <c:v>4339</c:v>
                </c:pt>
                <c:pt idx="26">
                  <c:v>4481</c:v>
                </c:pt>
                <c:pt idx="27">
                  <c:v>4482</c:v>
                </c:pt>
                <c:pt idx="28">
                  <c:v>4484</c:v>
                </c:pt>
                <c:pt idx="29">
                  <c:v>4486</c:v>
                </c:pt>
                <c:pt idx="30">
                  <c:v>4487</c:v>
                </c:pt>
                <c:pt idx="31">
                  <c:v>4561</c:v>
                </c:pt>
                <c:pt idx="32">
                  <c:v>4709</c:v>
                </c:pt>
                <c:pt idx="33">
                  <c:v>4710</c:v>
                </c:pt>
                <c:pt idx="34">
                  <c:v>5218</c:v>
                </c:pt>
                <c:pt idx="35">
                  <c:v>5328</c:v>
                </c:pt>
                <c:pt idx="36">
                  <c:v>5737</c:v>
                </c:pt>
                <c:pt idx="37">
                  <c:v>5896</c:v>
                </c:pt>
                <c:pt idx="38">
                  <c:v>5897</c:v>
                </c:pt>
                <c:pt idx="39">
                  <c:v>5942</c:v>
                </c:pt>
                <c:pt idx="40">
                  <c:v>6009</c:v>
                </c:pt>
                <c:pt idx="41">
                  <c:v>6010</c:v>
                </c:pt>
                <c:pt idx="42">
                  <c:v>6012</c:v>
                </c:pt>
                <c:pt idx="43">
                  <c:v>6018</c:v>
                </c:pt>
                <c:pt idx="44">
                  <c:v>6019</c:v>
                </c:pt>
                <c:pt idx="45">
                  <c:v>6030</c:v>
                </c:pt>
                <c:pt idx="46">
                  <c:v>6160</c:v>
                </c:pt>
                <c:pt idx="47">
                  <c:v>6284</c:v>
                </c:pt>
                <c:pt idx="48">
                  <c:v>7067</c:v>
                </c:pt>
                <c:pt idx="49">
                  <c:v>7237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Postal Code</c:v>
                </c:pt>
              </c:strCache>
            </c:strRef>
          </c:tx>
          <c:cat>
            <c:strRef>
              <c:f>Sheet1!$A$2:$A$51</c:f>
              <c:strCache>
                <c:ptCount val="50"/>
                <c:pt idx="0">
                  <c:v>CA-2016-101343</c:v>
                </c:pt>
                <c:pt idx="1">
                  <c:v>CA-2017-163405</c:v>
                </c:pt>
                <c:pt idx="2">
                  <c:v>CA-2017-163405</c:v>
                </c:pt>
                <c:pt idx="3">
                  <c:v>US-2016-115819</c:v>
                </c:pt>
                <c:pt idx="4">
                  <c:v>US-2016-115819</c:v>
                </c:pt>
                <c:pt idx="5">
                  <c:v>US-2016-115819</c:v>
                </c:pt>
                <c:pt idx="6">
                  <c:v>US-2016-116729</c:v>
                </c:pt>
                <c:pt idx="7">
                  <c:v>CA-2014-106439</c:v>
                </c:pt>
                <c:pt idx="8">
                  <c:v>CA-2014-106439</c:v>
                </c:pt>
                <c:pt idx="9">
                  <c:v>CA-2014-106439</c:v>
                </c:pt>
                <c:pt idx="10">
                  <c:v>CA-2014-106439</c:v>
                </c:pt>
                <c:pt idx="11">
                  <c:v>CA-2014-106439</c:v>
                </c:pt>
                <c:pt idx="12">
                  <c:v>CA-2016-118913</c:v>
                </c:pt>
                <c:pt idx="13">
                  <c:v>CA-2014-113579</c:v>
                </c:pt>
                <c:pt idx="14">
                  <c:v>CA-2017-126242</c:v>
                </c:pt>
                <c:pt idx="15">
                  <c:v>CA-2014-110849</c:v>
                </c:pt>
                <c:pt idx="16">
                  <c:v>CA-2014-110849</c:v>
                </c:pt>
                <c:pt idx="17">
                  <c:v>CA-2014-110849</c:v>
                </c:pt>
                <c:pt idx="18">
                  <c:v>CA-2016-130029</c:v>
                </c:pt>
                <c:pt idx="19">
                  <c:v>CA-2016-130029</c:v>
                </c:pt>
                <c:pt idx="20">
                  <c:v>CA-2015-167745</c:v>
                </c:pt>
                <c:pt idx="21">
                  <c:v>CA-2015-167745</c:v>
                </c:pt>
                <c:pt idx="22">
                  <c:v>CA-2014-101931</c:v>
                </c:pt>
                <c:pt idx="23">
                  <c:v>CA-2014-101931</c:v>
                </c:pt>
                <c:pt idx="24">
                  <c:v>CA-2014-101931</c:v>
                </c:pt>
                <c:pt idx="25">
                  <c:v>CA-2015-125234</c:v>
                </c:pt>
                <c:pt idx="26">
                  <c:v>CA-2016-109365</c:v>
                </c:pt>
                <c:pt idx="27">
                  <c:v>CA-2016-109365</c:v>
                </c:pt>
                <c:pt idx="28">
                  <c:v>CA-2016-109365</c:v>
                </c:pt>
                <c:pt idx="29">
                  <c:v>CA-2016-109365</c:v>
                </c:pt>
                <c:pt idx="30">
                  <c:v>CA-2016-109365</c:v>
                </c:pt>
                <c:pt idx="31">
                  <c:v>CA-2015-118871</c:v>
                </c:pt>
                <c:pt idx="32">
                  <c:v>CA-2017-138149</c:v>
                </c:pt>
                <c:pt idx="33">
                  <c:v>CA-2017-138149</c:v>
                </c:pt>
                <c:pt idx="34">
                  <c:v>CA-2017-134635</c:v>
                </c:pt>
                <c:pt idx="35">
                  <c:v>CA-2014-130813</c:v>
                </c:pt>
                <c:pt idx="36">
                  <c:v>CA-2014-148614</c:v>
                </c:pt>
                <c:pt idx="37">
                  <c:v>CA-2014-168305</c:v>
                </c:pt>
                <c:pt idx="38">
                  <c:v>CA-2014-168305</c:v>
                </c:pt>
                <c:pt idx="39">
                  <c:v>CA-2017-112431</c:v>
                </c:pt>
                <c:pt idx="40">
                  <c:v>CA-2015-135580</c:v>
                </c:pt>
                <c:pt idx="41">
                  <c:v>CA-2015-135580</c:v>
                </c:pt>
                <c:pt idx="42">
                  <c:v>CA-2015-135580</c:v>
                </c:pt>
                <c:pt idx="43">
                  <c:v>CA-2014-102652</c:v>
                </c:pt>
                <c:pt idx="44">
                  <c:v>CA-2014-102652</c:v>
                </c:pt>
                <c:pt idx="45">
                  <c:v>US-2016-112970</c:v>
                </c:pt>
                <c:pt idx="46">
                  <c:v>CA-2016-161025</c:v>
                </c:pt>
                <c:pt idx="47">
                  <c:v>CA-2016-100944</c:v>
                </c:pt>
                <c:pt idx="48">
                  <c:v>CA-2016-147473</c:v>
                </c:pt>
                <c:pt idx="49">
                  <c:v>CA-2014-138737</c:v>
                </c:pt>
              </c:strCache>
            </c:strRef>
          </c:cat>
          <c:val>
            <c:numRef>
              <c:f>Sheet1!$C$2:$C$51</c:f>
              <c:numCache>
                <c:formatCode>General</c:formatCode>
                <c:ptCount val="50"/>
                <c:pt idx="0">
                  <c:v>90049</c:v>
                </c:pt>
                <c:pt idx="1">
                  <c:v>90049</c:v>
                </c:pt>
                <c:pt idx="2">
                  <c:v>90049</c:v>
                </c:pt>
                <c:pt idx="3">
                  <c:v>90049</c:v>
                </c:pt>
                <c:pt idx="4">
                  <c:v>90049</c:v>
                </c:pt>
                <c:pt idx="5">
                  <c:v>90049</c:v>
                </c:pt>
                <c:pt idx="6">
                  <c:v>90049</c:v>
                </c:pt>
                <c:pt idx="7">
                  <c:v>90049</c:v>
                </c:pt>
                <c:pt idx="8">
                  <c:v>90049</c:v>
                </c:pt>
                <c:pt idx="9">
                  <c:v>90049</c:v>
                </c:pt>
                <c:pt idx="10">
                  <c:v>90049</c:v>
                </c:pt>
                <c:pt idx="11">
                  <c:v>90049</c:v>
                </c:pt>
                <c:pt idx="12">
                  <c:v>90049</c:v>
                </c:pt>
                <c:pt idx="13">
                  <c:v>90049</c:v>
                </c:pt>
                <c:pt idx="14">
                  <c:v>90049</c:v>
                </c:pt>
                <c:pt idx="15">
                  <c:v>90049</c:v>
                </c:pt>
                <c:pt idx="16">
                  <c:v>90049</c:v>
                </c:pt>
                <c:pt idx="17">
                  <c:v>90049</c:v>
                </c:pt>
                <c:pt idx="18">
                  <c:v>90049</c:v>
                </c:pt>
                <c:pt idx="19">
                  <c:v>90049</c:v>
                </c:pt>
                <c:pt idx="20">
                  <c:v>90049</c:v>
                </c:pt>
                <c:pt idx="21">
                  <c:v>90049</c:v>
                </c:pt>
                <c:pt idx="22">
                  <c:v>90049</c:v>
                </c:pt>
                <c:pt idx="23">
                  <c:v>90049</c:v>
                </c:pt>
                <c:pt idx="24">
                  <c:v>90049</c:v>
                </c:pt>
                <c:pt idx="25">
                  <c:v>90049</c:v>
                </c:pt>
                <c:pt idx="26">
                  <c:v>90049</c:v>
                </c:pt>
                <c:pt idx="27">
                  <c:v>90049</c:v>
                </c:pt>
                <c:pt idx="28">
                  <c:v>90049</c:v>
                </c:pt>
                <c:pt idx="29">
                  <c:v>90049</c:v>
                </c:pt>
                <c:pt idx="30">
                  <c:v>90049</c:v>
                </c:pt>
                <c:pt idx="31">
                  <c:v>90049</c:v>
                </c:pt>
                <c:pt idx="32">
                  <c:v>90049</c:v>
                </c:pt>
                <c:pt idx="33">
                  <c:v>90049</c:v>
                </c:pt>
                <c:pt idx="34">
                  <c:v>90049</c:v>
                </c:pt>
                <c:pt idx="35">
                  <c:v>90049</c:v>
                </c:pt>
                <c:pt idx="36">
                  <c:v>90049</c:v>
                </c:pt>
                <c:pt idx="37">
                  <c:v>90049</c:v>
                </c:pt>
                <c:pt idx="38">
                  <c:v>90049</c:v>
                </c:pt>
                <c:pt idx="39">
                  <c:v>90049</c:v>
                </c:pt>
                <c:pt idx="40">
                  <c:v>90049</c:v>
                </c:pt>
                <c:pt idx="41">
                  <c:v>90049</c:v>
                </c:pt>
                <c:pt idx="42">
                  <c:v>90049</c:v>
                </c:pt>
                <c:pt idx="43">
                  <c:v>90049</c:v>
                </c:pt>
                <c:pt idx="44">
                  <c:v>90049</c:v>
                </c:pt>
                <c:pt idx="45">
                  <c:v>90049</c:v>
                </c:pt>
                <c:pt idx="46">
                  <c:v>90049</c:v>
                </c:pt>
                <c:pt idx="47">
                  <c:v>90049</c:v>
                </c:pt>
                <c:pt idx="48">
                  <c:v>90049</c:v>
                </c:pt>
                <c:pt idx="49">
                  <c:v>90049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Sheet1!$A$2:$A$51</c:f>
              <c:strCache>
                <c:ptCount val="50"/>
                <c:pt idx="0">
                  <c:v>CA-2016-101343</c:v>
                </c:pt>
                <c:pt idx="1">
                  <c:v>CA-2017-163405</c:v>
                </c:pt>
                <c:pt idx="2">
                  <c:v>CA-2017-163405</c:v>
                </c:pt>
                <c:pt idx="3">
                  <c:v>US-2016-115819</c:v>
                </c:pt>
                <c:pt idx="4">
                  <c:v>US-2016-115819</c:v>
                </c:pt>
                <c:pt idx="5">
                  <c:v>US-2016-115819</c:v>
                </c:pt>
                <c:pt idx="6">
                  <c:v>US-2016-116729</c:v>
                </c:pt>
                <c:pt idx="7">
                  <c:v>CA-2014-106439</c:v>
                </c:pt>
                <c:pt idx="8">
                  <c:v>CA-2014-106439</c:v>
                </c:pt>
                <c:pt idx="9">
                  <c:v>CA-2014-106439</c:v>
                </c:pt>
                <c:pt idx="10">
                  <c:v>CA-2014-106439</c:v>
                </c:pt>
                <c:pt idx="11">
                  <c:v>CA-2014-106439</c:v>
                </c:pt>
                <c:pt idx="12">
                  <c:v>CA-2016-118913</c:v>
                </c:pt>
                <c:pt idx="13">
                  <c:v>CA-2014-113579</c:v>
                </c:pt>
                <c:pt idx="14">
                  <c:v>CA-2017-126242</c:v>
                </c:pt>
                <c:pt idx="15">
                  <c:v>CA-2014-110849</c:v>
                </c:pt>
                <c:pt idx="16">
                  <c:v>CA-2014-110849</c:v>
                </c:pt>
                <c:pt idx="17">
                  <c:v>CA-2014-110849</c:v>
                </c:pt>
                <c:pt idx="18">
                  <c:v>CA-2016-130029</c:v>
                </c:pt>
                <c:pt idx="19">
                  <c:v>CA-2016-130029</c:v>
                </c:pt>
                <c:pt idx="20">
                  <c:v>CA-2015-167745</c:v>
                </c:pt>
                <c:pt idx="21">
                  <c:v>CA-2015-167745</c:v>
                </c:pt>
                <c:pt idx="22">
                  <c:v>CA-2014-101931</c:v>
                </c:pt>
                <c:pt idx="23">
                  <c:v>CA-2014-101931</c:v>
                </c:pt>
                <c:pt idx="24">
                  <c:v>CA-2014-101931</c:v>
                </c:pt>
                <c:pt idx="25">
                  <c:v>CA-2015-125234</c:v>
                </c:pt>
                <c:pt idx="26">
                  <c:v>CA-2016-109365</c:v>
                </c:pt>
                <c:pt idx="27">
                  <c:v>CA-2016-109365</c:v>
                </c:pt>
                <c:pt idx="28">
                  <c:v>CA-2016-109365</c:v>
                </c:pt>
                <c:pt idx="29">
                  <c:v>CA-2016-109365</c:v>
                </c:pt>
                <c:pt idx="30">
                  <c:v>CA-2016-109365</c:v>
                </c:pt>
                <c:pt idx="31">
                  <c:v>CA-2015-118871</c:v>
                </c:pt>
                <c:pt idx="32">
                  <c:v>CA-2017-138149</c:v>
                </c:pt>
                <c:pt idx="33">
                  <c:v>CA-2017-138149</c:v>
                </c:pt>
                <c:pt idx="34">
                  <c:v>CA-2017-134635</c:v>
                </c:pt>
                <c:pt idx="35">
                  <c:v>CA-2014-130813</c:v>
                </c:pt>
                <c:pt idx="36">
                  <c:v>CA-2014-148614</c:v>
                </c:pt>
                <c:pt idx="37">
                  <c:v>CA-2014-168305</c:v>
                </c:pt>
                <c:pt idx="38">
                  <c:v>CA-2014-168305</c:v>
                </c:pt>
                <c:pt idx="39">
                  <c:v>CA-2017-112431</c:v>
                </c:pt>
                <c:pt idx="40">
                  <c:v>CA-2015-135580</c:v>
                </c:pt>
                <c:pt idx="41">
                  <c:v>CA-2015-135580</c:v>
                </c:pt>
                <c:pt idx="42">
                  <c:v>CA-2015-135580</c:v>
                </c:pt>
                <c:pt idx="43">
                  <c:v>CA-2014-102652</c:v>
                </c:pt>
                <c:pt idx="44">
                  <c:v>CA-2014-102652</c:v>
                </c:pt>
                <c:pt idx="45">
                  <c:v>US-2016-112970</c:v>
                </c:pt>
                <c:pt idx="46">
                  <c:v>CA-2016-161025</c:v>
                </c:pt>
                <c:pt idx="47">
                  <c:v>CA-2016-100944</c:v>
                </c:pt>
                <c:pt idx="48">
                  <c:v>CA-2016-147473</c:v>
                </c:pt>
                <c:pt idx="49">
                  <c:v>CA-2014-138737</c:v>
                </c:pt>
              </c:strCache>
            </c:strRef>
          </c:cat>
          <c:val>
            <c:numRef>
              <c:f>Sheet1!$D$2:$D$51</c:f>
              <c:numCache>
                <c:formatCode>General</c:formatCode>
                <c:ptCount val="50"/>
                <c:pt idx="0">
                  <c:v>77.88</c:v>
                </c:pt>
                <c:pt idx="1">
                  <c:v>6.63</c:v>
                </c:pt>
                <c:pt idx="2">
                  <c:v>5.88</c:v>
                </c:pt>
                <c:pt idx="3">
                  <c:v>5.46</c:v>
                </c:pt>
                <c:pt idx="4">
                  <c:v>73.2</c:v>
                </c:pt>
                <c:pt idx="5">
                  <c:v>22.72</c:v>
                </c:pt>
                <c:pt idx="6">
                  <c:v>45.36</c:v>
                </c:pt>
                <c:pt idx="7">
                  <c:v>11.34</c:v>
                </c:pt>
                <c:pt idx="8">
                  <c:v>80.3</c:v>
                </c:pt>
                <c:pt idx="9">
                  <c:v>64.74</c:v>
                </c:pt>
                <c:pt idx="10">
                  <c:v>405.64</c:v>
                </c:pt>
                <c:pt idx="11">
                  <c:v>12.39</c:v>
                </c:pt>
                <c:pt idx="12">
                  <c:v>60.81</c:v>
                </c:pt>
                <c:pt idx="13">
                  <c:v>90.24</c:v>
                </c:pt>
                <c:pt idx="14">
                  <c:v>305.01</c:v>
                </c:pt>
                <c:pt idx="15">
                  <c:v>13.12</c:v>
                </c:pt>
                <c:pt idx="16">
                  <c:v>10.75</c:v>
                </c:pt>
                <c:pt idx="17">
                  <c:v>11.62</c:v>
                </c:pt>
                <c:pt idx="18">
                  <c:v>12.96</c:v>
                </c:pt>
                <c:pt idx="19">
                  <c:v>3.96</c:v>
                </c:pt>
                <c:pt idx="20">
                  <c:v>11.68</c:v>
                </c:pt>
                <c:pt idx="21">
                  <c:v>16.9</c:v>
                </c:pt>
                <c:pt idx="22">
                  <c:v>6.28</c:v>
                </c:pt>
                <c:pt idx="23">
                  <c:v>480.74</c:v>
                </c:pt>
                <c:pt idx="24">
                  <c:v>141.4</c:v>
                </c:pt>
                <c:pt idx="25">
                  <c:v>113.82</c:v>
                </c:pt>
                <c:pt idx="26">
                  <c:v>15.26</c:v>
                </c:pt>
                <c:pt idx="27">
                  <c:v>43.32</c:v>
                </c:pt>
                <c:pt idx="28">
                  <c:v>116.28</c:v>
                </c:pt>
                <c:pt idx="29">
                  <c:v>19.44</c:v>
                </c:pt>
                <c:pt idx="30">
                  <c:v>314.55</c:v>
                </c:pt>
                <c:pt idx="31">
                  <c:v>271.44</c:v>
                </c:pt>
                <c:pt idx="32">
                  <c:v>130.71</c:v>
                </c:pt>
                <c:pt idx="33">
                  <c:v>11.68</c:v>
                </c:pt>
                <c:pt idx="34">
                  <c:v>79.14</c:v>
                </c:pt>
                <c:pt idx="35">
                  <c:v>19.44</c:v>
                </c:pt>
                <c:pt idx="36">
                  <c:v>19.36</c:v>
                </c:pt>
                <c:pt idx="37">
                  <c:v>44.4</c:v>
                </c:pt>
                <c:pt idx="38">
                  <c:v>21.4</c:v>
                </c:pt>
                <c:pt idx="39">
                  <c:v>5.88</c:v>
                </c:pt>
                <c:pt idx="40">
                  <c:v>68.52</c:v>
                </c:pt>
                <c:pt idx="41">
                  <c:v>74.94</c:v>
                </c:pt>
                <c:pt idx="42">
                  <c:v>271.44</c:v>
                </c:pt>
                <c:pt idx="43">
                  <c:v>19.44</c:v>
                </c:pt>
                <c:pt idx="44">
                  <c:v>55.48</c:v>
                </c:pt>
                <c:pt idx="45">
                  <c:v>9.84</c:v>
                </c:pt>
                <c:pt idx="46">
                  <c:v>772.68</c:v>
                </c:pt>
                <c:pt idx="47">
                  <c:v>304.9</c:v>
                </c:pt>
                <c:pt idx="48">
                  <c:v>38.88</c:v>
                </c:pt>
                <c:pt idx="49">
                  <c:v>8.64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Intelligent Data Analysis - 9,994 Records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Auto-Generated | 4 Metrics | 10 Categories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Data Overview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CA-2016-101343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2016-07-17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2016-07-22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RA-19885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Ruben Ausman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OFF-ST-10003479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Storage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Eldon Base for stackable storage shelf, platinum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77.88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3.89399999999999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514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514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CA-2017-163405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2017-12-21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2017-12-25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BN-11515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Bradley Nguyen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OFF-AR-10003811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Newell 327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6.63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1.7901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515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515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CA-2017-163405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2017-12-21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2017-12-25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BN-11515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Bradley Nguyen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OFF-AR-10001246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Newell 317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5.88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1.7052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1606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1606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US-2016-115819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2016-04-19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2016-04-24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Second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JO-15280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Jas O'Carroll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OFF-AR-10000823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Newell 307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5.46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1.5288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1607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1607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US-2016-115819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2016-04-19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2016-04-24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Second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JO-15280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Jas O'Carroll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OFF-AR-10004456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Panasonic KP-4ABK Battery-Operated Pencil Sharpener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73.2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21.228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1609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1609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US-2016-115819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2016-04-19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2016-04-24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Second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JO-15280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Jas O'Carroll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OFF-PA-10002377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Adams Telephone Message Book W/Dividers/Space For Phone Numbers, 5 1/4"X8 1/2", 200/Messages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22.72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10.224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1807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1807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US-2016-116729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2016-12-25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2016-12-28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GK-14620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Grace Kelly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OFF-PA-10002005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Xerox 225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45.36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21.7728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2060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2060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CA-2014-106439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2014-10-31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2014-11-04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GG-14650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Greg Guthrie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OFF-FA-10002975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Fasteners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Staples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11.34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5.2164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2061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2061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CA-2014-106439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2014-10-31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2014-11-04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GG-14650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Greg Guthrie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OFF-ST-10003996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Storage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Letter/Legal File Tote with Clear Snap-On Lid, Black Granite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80.3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20.878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2063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2063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CA-2014-106439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2014-10-31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2014-11-04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GG-14650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Greg Guthrie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OFF-PA-10000477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Xerox 1952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64.74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30.4278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2065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CA-2014-106439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2014-10-31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2014-11-04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GG-14650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Greg Guthrie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OFF-ST-10001963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Storage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Tennsco Regal Shelving Units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405.64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12.1692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2068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2068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CA-2014-106439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2014-10-31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2014-11-04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GG-14650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Greg Guthrie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OFF-AR-10001419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Newell 325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12.39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3.717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2191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2191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CA-2016-118913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2016-06-25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2016-06-29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AS-10240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Alan Shonely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OFF-AP-10000692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Appliances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Fellowes Mighty 8 Compact Surge Protector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60.81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17.0268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2492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2492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CA-2014-113579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2014-12-13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2014-12-15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Second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KD-16345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Katherine Ducich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OFF-PA-10001457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White GlueTop Scratch Pads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90.24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41.5104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2944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2944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CA-2017-126242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2017-11-19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2017-11-24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MC-18100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Mick Crebagga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OFF-ST-10000675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Storage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File Shuttle II and Handi-File, Black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305.01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76.2525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3534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3534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CA-2014-110849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2014-04-18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2014-04-23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JL-15835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John Lee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OFF-AR-10002375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Newell 351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13.12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3.8048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3535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3535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CA-2014-110849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2014-04-18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2014-04-23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JL-15835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John Lee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OFF-AR-10000657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Binney &amp; Smith inkTank Desk Highlighter, Chisel Tip, Yellow, 12/Box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10.75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3.5475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3536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3536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CA-2014-110849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2014-04-18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2014-04-23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JL-15835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John Lee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OFF-FA-10000134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Fasteners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Advantus Push Pins, Aluminum Head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11.62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3.6022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3565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3565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CA-2016-130029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2016-07-03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2016-07-06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GT-14755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Guy Thornton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OFF-PA-10000552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Xerox 200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12.96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6.2208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3566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3566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CA-2016-130029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2016-07-03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2016-07-06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GT-14755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Guy Thornton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OFF-FA-10001135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Fasteners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Brites Rubber Bands, 1 1/2 oz. Box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3.96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0.0792000000000002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3759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3759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CA-2015-167745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2015-09-18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2015-09-23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GB-14530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George Bell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OFF-AR-10003602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Quartet Omega Colored Chalk, 12/Pack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11.68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5.4896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3760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3760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CA-2015-167745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2015-09-18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2015-09-23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GB-14530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George Bell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OFF-SU-10004782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Elite 5" Scissors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16.9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5.07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3844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3844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CA-2014-101931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2014-10-28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2014-10-31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TS-21370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Todd Sumrall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OFF-SU-10002301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Serrated Blade or Curved Handle Hand Letter Openers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6.28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0.0628000000000002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3845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3845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CA-2014-101931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2014-10-28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2014-10-31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TS-21370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Todd Sumrall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OFF-SU-10000646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Premier Automatic Letter Opener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480.74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14.4222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3847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3847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CA-2014-101931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2014-10-28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2014-10-31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TS-21370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Todd Sumrall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OFF-ST-10003442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Storage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Eldon Portable Mobile Manager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141.4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38.178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4339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4339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CA-2015-125234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2015-11-27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2015-12-01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SN-20710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Steve Nguyen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Home Office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OFF-PA-10000482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Snap-A-Way Black Print Carbonless Ruled Speed Letter, Triplicate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113.82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53.4954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4481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4481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CA-2016-109365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2016-11-03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2016-11-08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XP-21865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Xylona Preis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OFF-FA-10001561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Fasteners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Stockwell Push Pins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15.26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5.0358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4482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4482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CA-2016-109365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2016-11-03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2016-11-08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XP-21865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Xylona Preis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OFF-AP-10002998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Appliances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Holmes 99% HEPA Air Purifier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43.32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14.2956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4484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4484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CA-2016-109365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2016-11-03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2016-11-08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XP-21865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Xylona Preis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OFF-PA-10001725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Xerox 1892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116.28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56.9772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4486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4486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CA-2016-109365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2016-11-03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2016-11-08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XP-21865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Xylona Preis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OFF-PA-10000477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Xerox 22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19.44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9.3312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4487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4487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CA-2016-109365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2016-11-03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2016-11-08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XP-21865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Xylona Preis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OFF-PA-10004359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Multicolor Computer Printout 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314.55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150.984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4561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4561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CA-2015-118871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2015-12-04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2015-12-09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Second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HM-14860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Harry Marie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OFF-EN-10003296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Envelopes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Tyvek Side-Opening Peel &amp; Seel Expanding Envelopes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271.44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122.148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4709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4709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CA-2017-138149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2017-06-29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2017-06-30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WB-21850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William Brown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OFF-ST-10002974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Storage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Trav-L-File Heavy-Duty Shuttle II, Black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130.71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39.213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4710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4710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CA-2017-138149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2017-06-29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2017-06-30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WB-21850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William Brown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OFF-AR-10000255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Newell 328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11.68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3.0368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5218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5218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CA-2017-134635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2017-04-15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2017-04-17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Second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NS-18640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Noel Staavos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OFF-PA-10002254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Xerox 1883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79.14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36.4044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5328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5328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CA-2014-130813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2014-01-06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2014-01-08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Second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LS-17230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Lycoris Saunders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OFF-PA-10002005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Xerox 225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19.44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9.3312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5737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5737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CA-2014-148614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2014-01-20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2014-01-25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MV-17485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Mark Van Huff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OFF-PA-10002893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Wirebound Service Call Books, 5 1/2" x 4"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19.36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9.2928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5896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5896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CA-2014-168305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2014-11-01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2014-11-08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PL-18925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Paul Lucas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Home Office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OFF-LA-10003498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Labels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Avery 475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44.4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22.2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5897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5897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CA-2014-168305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2014-11-01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2014-11-08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PL-18925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Paul Lucas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Home Office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OFF-PA-10004947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Easy-staple 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21.4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9.63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5942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5942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CA-2017-112431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2017-10-12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2017-10-14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Second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RW-19690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Robert Waldorf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OFF-AR-10000940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Newell 343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5.88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1.5876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6009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6009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CA-2015-135580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2015-12-30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2016-01-03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CL-12565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Clay Ludtke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OFF-PA-10000595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Xerox 1929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68.52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31.5192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6010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6010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CA-2015-135580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2015-12-30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2016-01-03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CL-12565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Clay Ludtke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OFF-ST-10000798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Storage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2300 Heavy-Duty Transfer File Systems by Perma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74.94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14.2386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6012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6012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CA-2015-135580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2015-12-30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2016-01-03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CL-12565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Clay Ludtke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OFF-EN-10003296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Envelopes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Tyvek Side-Opening Peel &amp; Seel Expanding Envelopes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271.44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122.148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6018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6018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CA-2014-102652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2014-04-06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2014-04-12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AY-10555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Andy Yotov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OFF-PA-10003309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Xerox 211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19.44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9.3312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6019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6019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CA-2014-102652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2014-04-06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2014-04-12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AY-10555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Andy Yotov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OFF-PA-10001977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Xerox 194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55.48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26.6304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6030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6030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US-2016-112970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2016-11-14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2016-11-15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TB-21250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Tim Brockman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OFF-AR-10003829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Newell 35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9.84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2.8536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6160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6160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CA-2016-161025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2016-12-03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2016-12-09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GM-14440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Gary McGarr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OFF-ST-10001932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Storage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Fellowes Staxonsteel Drawer Files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772.68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108.1752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6284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6284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CA-2016-100944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2016-09-24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2016-09-28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EH-13765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Edward Hooks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OFF-EN-10001453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Envelopes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Tyvek Interoffice Envelopes, 9 1/2" x 12 1/2", 100/Box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304.9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143.303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7067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7067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CA-2016-147473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2016-05-30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2016-06-03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NL-18310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Nancy Lomonaco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Home Office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OFF-PA-10004782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Xerox 228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38.88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18.6624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7237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7237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CA-2014-138737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2014-12-07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2014-12-10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FP-14320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Frank Preis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OFF-AR-10003190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Newell 32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8.64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2.4192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