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192A56"/>
                </a:solidFill>
              </a:defRPr>
            </a:pPr>
            <a:r>
              <a:t>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Test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Comprehensive Business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</a:defRPr>
            </a:pPr>
            <a:r>
              <a:t>November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3498DB"/>
                </a:solidFill>
              </a:defRPr>
            </a:pPr>
            <a:r>
              <a:t>Powered by FinDeck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486400"/>
            <a:ext cx="1828800" cy="914400"/>
          </a:xfrm>
          <a:prstGeom prst="roundRect">
            <a:avLst/>
          </a:prstGeom>
          <a:solidFill>
            <a:srgbClr val="3498DB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7 </a:t>
            </a:r>
            <a:r>
              <a:t>unique </a:t>
            </a:r>
            <a:r>
              <a:t>categories </a:t>
            </a:r>
            <a:r>
              <a:t>identified </a:t>
            </a:r>
            <a:r>
              <a:t>in </a:t>
            </a:r>
            <a:r>
              <a:t>Auto-generated </a:t>
            </a:r>
            <a:r>
              <a:t>Finance </a:t>
            </a:r>
            <a:r>
              <a:t>Summary </a:t>
            </a:r>
            <a:r>
              <a:t>dimension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b="1">
                <a:solidFill>
                  <a:srgbClr val="2E7D32"/>
                </a:solidFill>
              </a:rPr>
              <a:t>Strong </a:t>
            </a:r>
            <a:r>
              <a:t>performance </a:t>
            </a:r>
            <a:r>
              <a:t>indicators </a:t>
            </a:r>
            <a:r>
              <a:t>across </a:t>
            </a:r>
            <a:r>
              <a:t>key </a:t>
            </a:r>
            <a:r>
              <a:t>business </a:t>
            </a:r>
            <a:r>
              <a:t>metrics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Sector </a:t>
            </a:r>
            <a:r>
              <a:t>diversification </a:t>
            </a:r>
            <a:r>
              <a:t>provides </a:t>
            </a:r>
            <a:r>
              <a:t>balanced </a:t>
            </a:r>
            <a:r>
              <a:rPr b="1">
                <a:solidFill>
                  <a:srgbClr val="D32F2F"/>
                </a:solidFill>
              </a:rPr>
              <a:t>risk </a:t>
            </a:r>
            <a:r>
              <a:t>profile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Data </a:t>
            </a:r>
            <a:r>
              <a:t>quality </a:t>
            </a:r>
            <a:r>
              <a:t>is </a:t>
            </a:r>
            <a:r>
              <a:rPr b="1">
                <a:solidFill>
                  <a:srgbClr val="2E7D32"/>
                </a:solidFill>
              </a:rPr>
              <a:t>high </a:t>
            </a:r>
            <a:r>
              <a:t>with </a:t>
            </a:r>
            <a:r>
              <a:t>comprehensive </a:t>
            </a:r>
            <a:r>
              <a:t>coverage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Trend </a:t>
            </a:r>
            <a:r>
              <a:t>analysis </a:t>
            </a:r>
            <a:r>
              <a:t>suggests </a:t>
            </a:r>
            <a:r>
              <a:rPr b="1">
                <a:solidFill>
                  <a:srgbClr val="2E7D32"/>
                </a:solidFill>
              </a:rPr>
              <a:t>positive </a:t>
            </a:r>
            <a:r>
              <a:t>outlook </a:t>
            </a:r>
            <a:r>
              <a:t>for </a:t>
            </a:r>
            <a:r>
              <a:t>next </a:t>
            </a:r>
            <a:r>
              <a:t>period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9768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Recommendations </a:t>
            </a:r>
            <a:r>
              <a:t>align </a:t>
            </a:r>
            <a:r>
              <a:t>with </a:t>
            </a:r>
            <a:r>
              <a:t>strategic </a:t>
            </a:r>
            <a:r>
              <a:t>business </a:t>
            </a:r>
            <a:r>
              <a:t>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🤖 AI-Powered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7 unique categories identified in Auto-generated Finance Summary dimension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Strong performance indicators across key business metrics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Sector diversification provides balanced risk profile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Data quality is high with comprehensive coverage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Trend analysis suggests positive outlook for next period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Recommendations align with strategic business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/>
            <a:r>
              <a:rPr sz="1400" b="1">
                <a:solidFill>
                  <a:srgbClr val="192A56"/>
                </a:solidFill>
              </a:rPr>
              <a:t>📝 Analyst Notes: </a:t>
            </a:r>
            <a:r>
              <a:rPr sz="1200">
                <a:solidFill>
                  <a:srgbClr val="34495E"/>
                </a:solidFill>
              </a:rPr>
              <a:t>Data-driven insights generated by FinDeck AI analyzing key trends and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Auto-generated Finance Summary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Unique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Data Insights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Most common category: Detected PnL Sheet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Data quality verified across all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Sector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Top Performers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Comprehensive analysis completed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Key insights identified for action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Data-driven recommendations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Generated by FinDeck | November 09,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