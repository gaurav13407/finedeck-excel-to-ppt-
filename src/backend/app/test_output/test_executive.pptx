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788"/>
                </a:solidFill>
              </a:defRPr>
            </a:pPr>
            <a:r>
              <a:t>EXECUTIVE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 b="0">
                <a:solidFill>
                  <a:srgbClr val="666666"/>
                </a:solidFill>
              </a:defRPr>
            </a:pPr>
            <a:r>
              <a:t>AI-Generated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Records: 14</a:t>
            </a:r>
          </a:p>
          <a:p>
            <a:pPr>
              <a:defRPr sz="1800"/>
            </a:pPr>
            <a:r>
              <a:t>Numeric Columns: 0</a:t>
            </a:r>
          </a:p>
          <a:p>
            <a:pPr>
              <a:defRPr sz="1800"/>
            </a:pPr>
            <a:r>
              <a:t>Categories: 0</a:t>
            </a:r>
          </a:p>
          <a:p>
            <a:pPr>
              <a:defRPr sz="1800"/>
            </a:pPr>
            <a:r>
              <a:t>Date Ranges: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Dataset analyzed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