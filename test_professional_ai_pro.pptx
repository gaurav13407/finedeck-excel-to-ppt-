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Top Items by Value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solidFill>
              <a:srgbClr val="192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Professional Analysis - Portfolio Allocation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Comprehensive Business Analysis | November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754880"/>
            <a:ext cx="365760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covers 5 data points across 4 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Value: Total of $58.0K, averaging $11.6K per 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5 unique categories identified in Asset dimension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Strong performance indicators across key business metrics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Sector diversification provides balanced risk profile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Data quality is high with comprehensive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$58.0K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Asset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56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Value totals $58.0K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AAPL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AAPL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34.5%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TCS.NS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17.2%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BTC-USD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ETH-USD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8.6%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Strong Value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Value of $58.0K with average of $11.6K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A56"/>
                </a:solidFill>
              </a:defRPr>
            </a:pPr>
            <a:r>
              <a:t>Category Diversity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5 distinct categories in Asset, providing comprehensive market coverage and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2A56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AAPL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$20.0K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$15.0K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TCS.NS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$10.0K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BTC-USD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$8.0K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ETH-USD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$5.0K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7AE60"/>
                </a:solidFill>
              </a:defRPr>
            </a:pPr>
            <a:r>
              <a:t>✓ Strong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A56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3498DB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CF0F1"/>
                </a:solidFill>
              </a:defRPr>
            </a:pPr>
            <a:r>
              <a:t>Generated by FinDeck | November 06,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