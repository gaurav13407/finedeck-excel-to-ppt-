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25400">
              <a:solidFill>
                <a:srgbClr val="1F4788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100000</c:v>
                </c:pt>
                <c:pt idx="1">
                  <c:v>120000</c:v>
                </c:pt>
                <c:pt idx="2">
                  <c:v>140000</c:v>
                </c:pt>
                <c:pt idx="3">
                  <c:v>160000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ln w="25400">
              <a:solidFill>
                <a:srgbClr val="4A90E2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70000</c:v>
                </c:pt>
                <c:pt idx="1">
                  <c:v>80000</c:v>
                </c:pt>
                <c:pt idx="2">
                  <c:v>95000</c:v>
                </c:pt>
                <c:pt idx="3">
                  <c:v>110000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Profit</c:v>
                </c:pt>
              </c:strCache>
            </c:strRef>
          </c:tx>
          <c:spPr>
            <a:ln w="25400">
              <a:solidFill>
                <a:srgbClr val="7CB9E8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30000</c:v>
                </c:pt>
                <c:pt idx="1">
                  <c:v>40000</c:v>
                </c:pt>
                <c:pt idx="2">
                  <c:v>45000</c:v>
                </c:pt>
                <c:pt idx="3">
                  <c:v>50000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1F4788"/>
                </a:solidFill>
              </a:rPr>
              <a:t>Sample_pnl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 ($49/month)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Sheet1Analysis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029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