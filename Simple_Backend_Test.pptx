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 ID</c:v>
                </c:pt>
              </c:strCache>
            </c:strRef>
          </c:tx>
          <c:cat>
            <c:strRef>
              <c:f>Sheet1!$A$2:$A$101</c:f>
              <c:strCache>
                <c:ptCount val="100"/>
                <c:pt idx="0">
                  <c:v>CA-2016-101343</c:v>
                </c:pt>
                <c:pt idx="1">
                  <c:v>CA-2017-163405</c:v>
                </c:pt>
                <c:pt idx="2">
                  <c:v>CA-2017-163405</c:v>
                </c:pt>
                <c:pt idx="3">
                  <c:v>US-2016-115819</c:v>
                </c:pt>
                <c:pt idx="4">
                  <c:v>US-2016-115819</c:v>
                </c:pt>
                <c:pt idx="5">
                  <c:v>US-2016-115819</c:v>
                </c:pt>
                <c:pt idx="6">
                  <c:v>US-2016-116729</c:v>
                </c:pt>
                <c:pt idx="7">
                  <c:v>CA-2014-106439</c:v>
                </c:pt>
                <c:pt idx="8">
                  <c:v>CA-2014-106439</c:v>
                </c:pt>
                <c:pt idx="9">
                  <c:v>CA-2014-106439</c:v>
                </c:pt>
                <c:pt idx="10">
                  <c:v>CA-2014-106439</c:v>
                </c:pt>
                <c:pt idx="11">
                  <c:v>CA-2014-106439</c:v>
                </c:pt>
                <c:pt idx="12">
                  <c:v>CA-2016-118913</c:v>
                </c:pt>
                <c:pt idx="13">
                  <c:v>CA-2014-113579</c:v>
                </c:pt>
                <c:pt idx="14">
                  <c:v>CA-2017-126242</c:v>
                </c:pt>
                <c:pt idx="15">
                  <c:v>CA-2014-110849</c:v>
                </c:pt>
                <c:pt idx="16">
                  <c:v>CA-2014-110849</c:v>
                </c:pt>
                <c:pt idx="17">
                  <c:v>CA-2014-110849</c:v>
                </c:pt>
                <c:pt idx="18">
                  <c:v>CA-2016-130029</c:v>
                </c:pt>
                <c:pt idx="19">
                  <c:v>CA-2016-130029</c:v>
                </c:pt>
                <c:pt idx="20">
                  <c:v>CA-2015-167745</c:v>
                </c:pt>
                <c:pt idx="21">
                  <c:v>CA-2015-167745</c:v>
                </c:pt>
                <c:pt idx="22">
                  <c:v>CA-2014-101931</c:v>
                </c:pt>
                <c:pt idx="23">
                  <c:v>CA-2014-101931</c:v>
                </c:pt>
                <c:pt idx="24">
                  <c:v>CA-2014-101931</c:v>
                </c:pt>
                <c:pt idx="25">
                  <c:v>CA-2015-125234</c:v>
                </c:pt>
                <c:pt idx="26">
                  <c:v>CA-2016-109365</c:v>
                </c:pt>
                <c:pt idx="27">
                  <c:v>CA-2016-109365</c:v>
                </c:pt>
                <c:pt idx="28">
                  <c:v>CA-2016-109365</c:v>
                </c:pt>
                <c:pt idx="29">
                  <c:v>CA-2016-109365</c:v>
                </c:pt>
                <c:pt idx="30">
                  <c:v>CA-2016-109365</c:v>
                </c:pt>
                <c:pt idx="31">
                  <c:v>CA-2015-118871</c:v>
                </c:pt>
                <c:pt idx="32">
                  <c:v>CA-2017-138149</c:v>
                </c:pt>
                <c:pt idx="33">
                  <c:v>CA-2017-138149</c:v>
                </c:pt>
                <c:pt idx="34">
                  <c:v>CA-2017-134635</c:v>
                </c:pt>
                <c:pt idx="35">
                  <c:v>CA-2014-130813</c:v>
                </c:pt>
                <c:pt idx="36">
                  <c:v>CA-2014-148614</c:v>
                </c:pt>
                <c:pt idx="37">
                  <c:v>CA-2014-168305</c:v>
                </c:pt>
                <c:pt idx="38">
                  <c:v>CA-2014-168305</c:v>
                </c:pt>
                <c:pt idx="39">
                  <c:v>CA-2017-112431</c:v>
                </c:pt>
                <c:pt idx="40">
                  <c:v>CA-2015-135580</c:v>
                </c:pt>
                <c:pt idx="41">
                  <c:v>CA-2015-135580</c:v>
                </c:pt>
                <c:pt idx="42">
                  <c:v>CA-2015-135580</c:v>
                </c:pt>
                <c:pt idx="43">
                  <c:v>CA-2014-102652</c:v>
                </c:pt>
                <c:pt idx="44">
                  <c:v>CA-2014-102652</c:v>
                </c:pt>
                <c:pt idx="45">
                  <c:v>US-2016-112970</c:v>
                </c:pt>
                <c:pt idx="46">
                  <c:v>CA-2016-161025</c:v>
                </c:pt>
                <c:pt idx="47">
                  <c:v>CA-2016-100944</c:v>
                </c:pt>
                <c:pt idx="48">
                  <c:v>CA-2016-147473</c:v>
                </c:pt>
                <c:pt idx="49">
                  <c:v>CA-2014-138737</c:v>
                </c:pt>
                <c:pt idx="50">
                  <c:v>US-2017-151127</c:v>
                </c:pt>
                <c:pt idx="51">
                  <c:v>CA-2017-147844</c:v>
                </c:pt>
                <c:pt idx="52">
                  <c:v>CA-2017-147844</c:v>
                </c:pt>
                <c:pt idx="53">
                  <c:v>CA-2017-147844</c:v>
                </c:pt>
                <c:pt idx="54">
                  <c:v>US-2014-120740</c:v>
                </c:pt>
                <c:pt idx="55">
                  <c:v>CA-2015-144890</c:v>
                </c:pt>
                <c:pt idx="56">
                  <c:v>CA-2015-138219</c:v>
                </c:pt>
                <c:pt idx="57">
                  <c:v>CA-2015-121188</c:v>
                </c:pt>
                <c:pt idx="58">
                  <c:v>CA-2015-121188</c:v>
                </c:pt>
                <c:pt idx="59">
                  <c:v>CA-2014-114125</c:v>
                </c:pt>
                <c:pt idx="60">
                  <c:v>CA-2014-114125</c:v>
                </c:pt>
                <c:pt idx="61">
                  <c:v>CA-2017-106824</c:v>
                </c:pt>
                <c:pt idx="62">
                  <c:v>CA-2014-164903</c:v>
                </c:pt>
                <c:pt idx="63">
                  <c:v>CA-2015-149566</c:v>
                </c:pt>
                <c:pt idx="64">
                  <c:v>CA-2017-162015</c:v>
                </c:pt>
                <c:pt idx="65">
                  <c:v>CA-2015-168760</c:v>
                </c:pt>
                <c:pt idx="66">
                  <c:v>CA-2016-152646</c:v>
                </c:pt>
                <c:pt idx="67">
                  <c:v>CA-2014-153619</c:v>
                </c:pt>
                <c:pt idx="68">
                  <c:v>CA-2016-101189</c:v>
                </c:pt>
                <c:pt idx="69">
                  <c:v>CA-2016-140256</c:v>
                </c:pt>
                <c:pt idx="70">
                  <c:v>CA-2017-124261</c:v>
                </c:pt>
                <c:pt idx="71">
                  <c:v>CA-2016-121755</c:v>
                </c:pt>
                <c:pt idx="72">
                  <c:v>CA-2015-157084</c:v>
                </c:pt>
                <c:pt idx="73">
                  <c:v>US-2016-116729</c:v>
                </c:pt>
                <c:pt idx="74">
                  <c:v>CA-2014-106439</c:v>
                </c:pt>
                <c:pt idx="75">
                  <c:v>CA-2015-121797</c:v>
                </c:pt>
                <c:pt idx="76">
                  <c:v>CA-2017-126242</c:v>
                </c:pt>
                <c:pt idx="77">
                  <c:v>CA-2014-136399</c:v>
                </c:pt>
                <c:pt idx="78">
                  <c:v>CA-2014-136399</c:v>
                </c:pt>
                <c:pt idx="79">
                  <c:v>CA-2015-167745</c:v>
                </c:pt>
                <c:pt idx="80">
                  <c:v>CA-2015-125234</c:v>
                </c:pt>
                <c:pt idx="81">
                  <c:v>CA-2015-118871</c:v>
                </c:pt>
                <c:pt idx="82">
                  <c:v>CA-2017-138149</c:v>
                </c:pt>
                <c:pt idx="83">
                  <c:v>CA-2014-148614</c:v>
                </c:pt>
                <c:pt idx="84">
                  <c:v>CA-2017-112431</c:v>
                </c:pt>
                <c:pt idx="85">
                  <c:v>CA-2014-102652</c:v>
                </c:pt>
                <c:pt idx="86">
                  <c:v>CA-2014-102652</c:v>
                </c:pt>
                <c:pt idx="87">
                  <c:v>US-2017-128398</c:v>
                </c:pt>
                <c:pt idx="88">
                  <c:v>US-2014-120740</c:v>
                </c:pt>
                <c:pt idx="89">
                  <c:v>CA-2015-121188</c:v>
                </c:pt>
                <c:pt idx="90">
                  <c:v>CA-2017-101014</c:v>
                </c:pt>
                <c:pt idx="91">
                  <c:v>CA-2015-149566</c:v>
                </c:pt>
                <c:pt idx="92">
                  <c:v>CA-2017-162015</c:v>
                </c:pt>
                <c:pt idx="93">
                  <c:v>CA-2017-123029</c:v>
                </c:pt>
                <c:pt idx="94">
                  <c:v>CA-2017-157448</c:v>
                </c:pt>
                <c:pt idx="95">
                  <c:v>CA-2017-157448</c:v>
                </c:pt>
                <c:pt idx="96">
                  <c:v>CA-2016-162733</c:v>
                </c:pt>
                <c:pt idx="97">
                  <c:v>CA-2017-110478</c:v>
                </c:pt>
                <c:pt idx="98">
                  <c:v>CA-2017-110478</c:v>
                </c:pt>
                <c:pt idx="99">
                  <c:v>CA-2017-140963</c:v>
                </c:pt>
              </c:strCache>
            </c: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43</c:v>
                </c:pt>
                <c:pt idx="1">
                  <c:v>514</c:v>
                </c:pt>
                <c:pt idx="2">
                  <c:v>515</c:v>
                </c:pt>
                <c:pt idx="3">
                  <c:v>1606</c:v>
                </c:pt>
                <c:pt idx="4">
                  <c:v>1607</c:v>
                </c:pt>
                <c:pt idx="5">
                  <c:v>1609</c:v>
                </c:pt>
                <c:pt idx="6">
                  <c:v>1807</c:v>
                </c:pt>
                <c:pt idx="7">
                  <c:v>2060</c:v>
                </c:pt>
                <c:pt idx="8">
                  <c:v>2061</c:v>
                </c:pt>
                <c:pt idx="9">
                  <c:v>2063</c:v>
                </c:pt>
                <c:pt idx="10">
                  <c:v>2065</c:v>
                </c:pt>
                <c:pt idx="11">
                  <c:v>2068</c:v>
                </c:pt>
                <c:pt idx="12">
                  <c:v>2191</c:v>
                </c:pt>
                <c:pt idx="13">
                  <c:v>2492</c:v>
                </c:pt>
                <c:pt idx="14">
                  <c:v>2944</c:v>
                </c:pt>
                <c:pt idx="15">
                  <c:v>3534</c:v>
                </c:pt>
                <c:pt idx="16">
                  <c:v>3535</c:v>
                </c:pt>
                <c:pt idx="17">
                  <c:v>3536</c:v>
                </c:pt>
                <c:pt idx="18">
                  <c:v>3565</c:v>
                </c:pt>
                <c:pt idx="19">
                  <c:v>3566</c:v>
                </c:pt>
                <c:pt idx="20">
                  <c:v>3759</c:v>
                </c:pt>
                <c:pt idx="21">
                  <c:v>3760</c:v>
                </c:pt>
                <c:pt idx="22">
                  <c:v>3844</c:v>
                </c:pt>
                <c:pt idx="23">
                  <c:v>3845</c:v>
                </c:pt>
                <c:pt idx="24">
                  <c:v>3847</c:v>
                </c:pt>
                <c:pt idx="25">
                  <c:v>4339</c:v>
                </c:pt>
                <c:pt idx="26">
                  <c:v>4481</c:v>
                </c:pt>
                <c:pt idx="27">
                  <c:v>4482</c:v>
                </c:pt>
                <c:pt idx="28">
                  <c:v>4484</c:v>
                </c:pt>
                <c:pt idx="29">
                  <c:v>4486</c:v>
                </c:pt>
                <c:pt idx="30">
                  <c:v>4487</c:v>
                </c:pt>
                <c:pt idx="31">
                  <c:v>4561</c:v>
                </c:pt>
                <c:pt idx="32">
                  <c:v>4709</c:v>
                </c:pt>
                <c:pt idx="33">
                  <c:v>4710</c:v>
                </c:pt>
                <c:pt idx="34">
                  <c:v>5218</c:v>
                </c:pt>
                <c:pt idx="35">
                  <c:v>5328</c:v>
                </c:pt>
                <c:pt idx="36">
                  <c:v>5737</c:v>
                </c:pt>
                <c:pt idx="37">
                  <c:v>5896</c:v>
                </c:pt>
                <c:pt idx="38">
                  <c:v>5897</c:v>
                </c:pt>
                <c:pt idx="39">
                  <c:v>5942</c:v>
                </c:pt>
                <c:pt idx="40">
                  <c:v>6009</c:v>
                </c:pt>
                <c:pt idx="41">
                  <c:v>6010</c:v>
                </c:pt>
                <c:pt idx="42">
                  <c:v>6012</c:v>
                </c:pt>
                <c:pt idx="43">
                  <c:v>6018</c:v>
                </c:pt>
                <c:pt idx="44">
                  <c:v>6019</c:v>
                </c:pt>
                <c:pt idx="45">
                  <c:v>6030</c:v>
                </c:pt>
                <c:pt idx="46">
                  <c:v>6160</c:v>
                </c:pt>
                <c:pt idx="47">
                  <c:v>6284</c:v>
                </c:pt>
                <c:pt idx="48">
                  <c:v>7067</c:v>
                </c:pt>
                <c:pt idx="49">
                  <c:v>7237</c:v>
                </c:pt>
                <c:pt idx="50">
                  <c:v>7245</c:v>
                </c:pt>
                <c:pt idx="51">
                  <c:v>7393</c:v>
                </c:pt>
                <c:pt idx="52">
                  <c:v>7394</c:v>
                </c:pt>
                <c:pt idx="53">
                  <c:v>7395</c:v>
                </c:pt>
                <c:pt idx="54">
                  <c:v>7657</c:v>
                </c:pt>
                <c:pt idx="55">
                  <c:v>7854</c:v>
                </c:pt>
                <c:pt idx="56">
                  <c:v>7967</c:v>
                </c:pt>
                <c:pt idx="57">
                  <c:v>8055</c:v>
                </c:pt>
                <c:pt idx="58">
                  <c:v>8057</c:v>
                </c:pt>
                <c:pt idx="59">
                  <c:v>8173</c:v>
                </c:pt>
                <c:pt idx="60">
                  <c:v>8175</c:v>
                </c:pt>
                <c:pt idx="61">
                  <c:v>8492</c:v>
                </c:pt>
                <c:pt idx="62">
                  <c:v>8504</c:v>
                </c:pt>
                <c:pt idx="63">
                  <c:v>8549</c:v>
                </c:pt>
                <c:pt idx="64">
                  <c:v>8588</c:v>
                </c:pt>
                <c:pt idx="65">
                  <c:v>9043</c:v>
                </c:pt>
                <c:pt idx="66">
                  <c:v>9216</c:v>
                </c:pt>
                <c:pt idx="67">
                  <c:v>9229</c:v>
                </c:pt>
                <c:pt idx="68">
                  <c:v>9521</c:v>
                </c:pt>
                <c:pt idx="69">
                  <c:v>9617</c:v>
                </c:pt>
                <c:pt idx="70">
                  <c:v>9732</c:v>
                </c:pt>
                <c:pt idx="71">
                  <c:v>27</c:v>
                </c:pt>
                <c:pt idx="72">
                  <c:v>1626</c:v>
                </c:pt>
                <c:pt idx="73">
                  <c:v>1808</c:v>
                </c:pt>
                <c:pt idx="74">
                  <c:v>2067</c:v>
                </c:pt>
                <c:pt idx="75">
                  <c:v>2709</c:v>
                </c:pt>
                <c:pt idx="76">
                  <c:v>2945</c:v>
                </c:pt>
                <c:pt idx="77">
                  <c:v>3129</c:v>
                </c:pt>
                <c:pt idx="78">
                  <c:v>3131</c:v>
                </c:pt>
                <c:pt idx="79">
                  <c:v>3761</c:v>
                </c:pt>
                <c:pt idx="80">
                  <c:v>4338</c:v>
                </c:pt>
                <c:pt idx="81">
                  <c:v>4563</c:v>
                </c:pt>
                <c:pt idx="82">
                  <c:v>4711</c:v>
                </c:pt>
                <c:pt idx="83">
                  <c:v>5738</c:v>
                </c:pt>
                <c:pt idx="84">
                  <c:v>5941</c:v>
                </c:pt>
                <c:pt idx="85">
                  <c:v>6016</c:v>
                </c:pt>
                <c:pt idx="86">
                  <c:v>6017</c:v>
                </c:pt>
                <c:pt idx="87">
                  <c:v>6913</c:v>
                </c:pt>
                <c:pt idx="88">
                  <c:v>7658</c:v>
                </c:pt>
                <c:pt idx="89">
                  <c:v>8060</c:v>
                </c:pt>
                <c:pt idx="90">
                  <c:v>8116</c:v>
                </c:pt>
                <c:pt idx="91">
                  <c:v>8548</c:v>
                </c:pt>
                <c:pt idx="92">
                  <c:v>8587</c:v>
                </c:pt>
                <c:pt idx="93">
                  <c:v>9141</c:v>
                </c:pt>
                <c:pt idx="94">
                  <c:v>9666</c:v>
                </c:pt>
                <c:pt idx="95">
                  <c:v>9667</c:v>
                </c:pt>
                <c:pt idx="96">
                  <c:v>161</c:v>
                </c:pt>
                <c:pt idx="97">
                  <c:v>420</c:v>
                </c:pt>
                <c:pt idx="98">
                  <c:v>421</c:v>
                </c:pt>
                <c:pt idx="99">
                  <c:v>485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Postal Code</c:v>
                </c:pt>
              </c:strCache>
            </c:strRef>
          </c:tx>
          <c:cat>
            <c:strRef>
              <c:f>Sheet1!$A$2:$A$101</c:f>
              <c:strCache>
                <c:ptCount val="100"/>
                <c:pt idx="0">
                  <c:v>CA-2016-101343</c:v>
                </c:pt>
                <c:pt idx="1">
                  <c:v>CA-2017-163405</c:v>
                </c:pt>
                <c:pt idx="2">
                  <c:v>CA-2017-163405</c:v>
                </c:pt>
                <c:pt idx="3">
                  <c:v>US-2016-115819</c:v>
                </c:pt>
                <c:pt idx="4">
                  <c:v>US-2016-115819</c:v>
                </c:pt>
                <c:pt idx="5">
                  <c:v>US-2016-115819</c:v>
                </c:pt>
                <c:pt idx="6">
                  <c:v>US-2016-116729</c:v>
                </c:pt>
                <c:pt idx="7">
                  <c:v>CA-2014-106439</c:v>
                </c:pt>
                <c:pt idx="8">
                  <c:v>CA-2014-106439</c:v>
                </c:pt>
                <c:pt idx="9">
                  <c:v>CA-2014-106439</c:v>
                </c:pt>
                <c:pt idx="10">
                  <c:v>CA-2014-106439</c:v>
                </c:pt>
                <c:pt idx="11">
                  <c:v>CA-2014-106439</c:v>
                </c:pt>
                <c:pt idx="12">
                  <c:v>CA-2016-118913</c:v>
                </c:pt>
                <c:pt idx="13">
                  <c:v>CA-2014-113579</c:v>
                </c:pt>
                <c:pt idx="14">
                  <c:v>CA-2017-126242</c:v>
                </c:pt>
                <c:pt idx="15">
                  <c:v>CA-2014-110849</c:v>
                </c:pt>
                <c:pt idx="16">
                  <c:v>CA-2014-110849</c:v>
                </c:pt>
                <c:pt idx="17">
                  <c:v>CA-2014-110849</c:v>
                </c:pt>
                <c:pt idx="18">
                  <c:v>CA-2016-130029</c:v>
                </c:pt>
                <c:pt idx="19">
                  <c:v>CA-2016-130029</c:v>
                </c:pt>
                <c:pt idx="20">
                  <c:v>CA-2015-167745</c:v>
                </c:pt>
                <c:pt idx="21">
                  <c:v>CA-2015-167745</c:v>
                </c:pt>
                <c:pt idx="22">
                  <c:v>CA-2014-101931</c:v>
                </c:pt>
                <c:pt idx="23">
                  <c:v>CA-2014-101931</c:v>
                </c:pt>
                <c:pt idx="24">
                  <c:v>CA-2014-101931</c:v>
                </c:pt>
                <c:pt idx="25">
                  <c:v>CA-2015-125234</c:v>
                </c:pt>
                <c:pt idx="26">
                  <c:v>CA-2016-109365</c:v>
                </c:pt>
                <c:pt idx="27">
                  <c:v>CA-2016-109365</c:v>
                </c:pt>
                <c:pt idx="28">
                  <c:v>CA-2016-109365</c:v>
                </c:pt>
                <c:pt idx="29">
                  <c:v>CA-2016-109365</c:v>
                </c:pt>
                <c:pt idx="30">
                  <c:v>CA-2016-109365</c:v>
                </c:pt>
                <c:pt idx="31">
                  <c:v>CA-2015-118871</c:v>
                </c:pt>
                <c:pt idx="32">
                  <c:v>CA-2017-138149</c:v>
                </c:pt>
                <c:pt idx="33">
                  <c:v>CA-2017-138149</c:v>
                </c:pt>
                <c:pt idx="34">
                  <c:v>CA-2017-134635</c:v>
                </c:pt>
                <c:pt idx="35">
                  <c:v>CA-2014-130813</c:v>
                </c:pt>
                <c:pt idx="36">
                  <c:v>CA-2014-148614</c:v>
                </c:pt>
                <c:pt idx="37">
                  <c:v>CA-2014-168305</c:v>
                </c:pt>
                <c:pt idx="38">
                  <c:v>CA-2014-168305</c:v>
                </c:pt>
                <c:pt idx="39">
                  <c:v>CA-2017-112431</c:v>
                </c:pt>
                <c:pt idx="40">
                  <c:v>CA-2015-135580</c:v>
                </c:pt>
                <c:pt idx="41">
                  <c:v>CA-2015-135580</c:v>
                </c:pt>
                <c:pt idx="42">
                  <c:v>CA-2015-135580</c:v>
                </c:pt>
                <c:pt idx="43">
                  <c:v>CA-2014-102652</c:v>
                </c:pt>
                <c:pt idx="44">
                  <c:v>CA-2014-102652</c:v>
                </c:pt>
                <c:pt idx="45">
                  <c:v>US-2016-112970</c:v>
                </c:pt>
                <c:pt idx="46">
                  <c:v>CA-2016-161025</c:v>
                </c:pt>
                <c:pt idx="47">
                  <c:v>CA-2016-100944</c:v>
                </c:pt>
                <c:pt idx="48">
                  <c:v>CA-2016-147473</c:v>
                </c:pt>
                <c:pt idx="49">
                  <c:v>CA-2014-138737</c:v>
                </c:pt>
                <c:pt idx="50">
                  <c:v>US-2017-151127</c:v>
                </c:pt>
                <c:pt idx="51">
                  <c:v>CA-2017-147844</c:v>
                </c:pt>
                <c:pt idx="52">
                  <c:v>CA-2017-147844</c:v>
                </c:pt>
                <c:pt idx="53">
                  <c:v>CA-2017-147844</c:v>
                </c:pt>
                <c:pt idx="54">
                  <c:v>US-2014-120740</c:v>
                </c:pt>
                <c:pt idx="55">
                  <c:v>CA-2015-144890</c:v>
                </c:pt>
                <c:pt idx="56">
                  <c:v>CA-2015-138219</c:v>
                </c:pt>
                <c:pt idx="57">
                  <c:v>CA-2015-121188</c:v>
                </c:pt>
                <c:pt idx="58">
                  <c:v>CA-2015-121188</c:v>
                </c:pt>
                <c:pt idx="59">
                  <c:v>CA-2014-114125</c:v>
                </c:pt>
                <c:pt idx="60">
                  <c:v>CA-2014-114125</c:v>
                </c:pt>
                <c:pt idx="61">
                  <c:v>CA-2017-106824</c:v>
                </c:pt>
                <c:pt idx="62">
                  <c:v>CA-2014-164903</c:v>
                </c:pt>
                <c:pt idx="63">
                  <c:v>CA-2015-149566</c:v>
                </c:pt>
                <c:pt idx="64">
                  <c:v>CA-2017-162015</c:v>
                </c:pt>
                <c:pt idx="65">
                  <c:v>CA-2015-168760</c:v>
                </c:pt>
                <c:pt idx="66">
                  <c:v>CA-2016-152646</c:v>
                </c:pt>
                <c:pt idx="67">
                  <c:v>CA-2014-153619</c:v>
                </c:pt>
                <c:pt idx="68">
                  <c:v>CA-2016-101189</c:v>
                </c:pt>
                <c:pt idx="69">
                  <c:v>CA-2016-140256</c:v>
                </c:pt>
                <c:pt idx="70">
                  <c:v>CA-2017-124261</c:v>
                </c:pt>
                <c:pt idx="71">
                  <c:v>CA-2016-121755</c:v>
                </c:pt>
                <c:pt idx="72">
                  <c:v>CA-2015-157084</c:v>
                </c:pt>
                <c:pt idx="73">
                  <c:v>US-2016-116729</c:v>
                </c:pt>
                <c:pt idx="74">
                  <c:v>CA-2014-106439</c:v>
                </c:pt>
                <c:pt idx="75">
                  <c:v>CA-2015-121797</c:v>
                </c:pt>
                <c:pt idx="76">
                  <c:v>CA-2017-126242</c:v>
                </c:pt>
                <c:pt idx="77">
                  <c:v>CA-2014-136399</c:v>
                </c:pt>
                <c:pt idx="78">
                  <c:v>CA-2014-136399</c:v>
                </c:pt>
                <c:pt idx="79">
                  <c:v>CA-2015-167745</c:v>
                </c:pt>
                <c:pt idx="80">
                  <c:v>CA-2015-125234</c:v>
                </c:pt>
                <c:pt idx="81">
                  <c:v>CA-2015-118871</c:v>
                </c:pt>
                <c:pt idx="82">
                  <c:v>CA-2017-138149</c:v>
                </c:pt>
                <c:pt idx="83">
                  <c:v>CA-2014-148614</c:v>
                </c:pt>
                <c:pt idx="84">
                  <c:v>CA-2017-112431</c:v>
                </c:pt>
                <c:pt idx="85">
                  <c:v>CA-2014-102652</c:v>
                </c:pt>
                <c:pt idx="86">
                  <c:v>CA-2014-102652</c:v>
                </c:pt>
                <c:pt idx="87">
                  <c:v>US-2017-128398</c:v>
                </c:pt>
                <c:pt idx="88">
                  <c:v>US-2014-120740</c:v>
                </c:pt>
                <c:pt idx="89">
                  <c:v>CA-2015-121188</c:v>
                </c:pt>
                <c:pt idx="90">
                  <c:v>CA-2017-101014</c:v>
                </c:pt>
                <c:pt idx="91">
                  <c:v>CA-2015-149566</c:v>
                </c:pt>
                <c:pt idx="92">
                  <c:v>CA-2017-162015</c:v>
                </c:pt>
                <c:pt idx="93">
                  <c:v>CA-2017-123029</c:v>
                </c:pt>
                <c:pt idx="94">
                  <c:v>CA-2017-157448</c:v>
                </c:pt>
                <c:pt idx="95">
                  <c:v>CA-2017-157448</c:v>
                </c:pt>
                <c:pt idx="96">
                  <c:v>CA-2016-162733</c:v>
                </c:pt>
                <c:pt idx="97">
                  <c:v>CA-2017-110478</c:v>
                </c:pt>
                <c:pt idx="98">
                  <c:v>CA-2017-110478</c:v>
                </c:pt>
                <c:pt idx="99">
                  <c:v>CA-2017-140963</c:v>
                </c:pt>
              </c:strCache>
            </c:str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90049</c:v>
                </c:pt>
                <c:pt idx="1">
                  <c:v>90049</c:v>
                </c:pt>
                <c:pt idx="2">
                  <c:v>90049</c:v>
                </c:pt>
                <c:pt idx="3">
                  <c:v>90049</c:v>
                </c:pt>
                <c:pt idx="4">
                  <c:v>90049</c:v>
                </c:pt>
                <c:pt idx="5">
                  <c:v>90049</c:v>
                </c:pt>
                <c:pt idx="6">
                  <c:v>90049</c:v>
                </c:pt>
                <c:pt idx="7">
                  <c:v>90049</c:v>
                </c:pt>
                <c:pt idx="8">
                  <c:v>90049</c:v>
                </c:pt>
                <c:pt idx="9">
                  <c:v>90049</c:v>
                </c:pt>
                <c:pt idx="10">
                  <c:v>90049</c:v>
                </c:pt>
                <c:pt idx="11">
                  <c:v>90049</c:v>
                </c:pt>
                <c:pt idx="12">
                  <c:v>90049</c:v>
                </c:pt>
                <c:pt idx="13">
                  <c:v>90049</c:v>
                </c:pt>
                <c:pt idx="14">
                  <c:v>90049</c:v>
                </c:pt>
                <c:pt idx="15">
                  <c:v>90049</c:v>
                </c:pt>
                <c:pt idx="16">
                  <c:v>90049</c:v>
                </c:pt>
                <c:pt idx="17">
                  <c:v>90049</c:v>
                </c:pt>
                <c:pt idx="18">
                  <c:v>90049</c:v>
                </c:pt>
                <c:pt idx="19">
                  <c:v>90049</c:v>
                </c:pt>
                <c:pt idx="20">
                  <c:v>90049</c:v>
                </c:pt>
                <c:pt idx="21">
                  <c:v>90049</c:v>
                </c:pt>
                <c:pt idx="22">
                  <c:v>90049</c:v>
                </c:pt>
                <c:pt idx="23">
                  <c:v>90049</c:v>
                </c:pt>
                <c:pt idx="24">
                  <c:v>90049</c:v>
                </c:pt>
                <c:pt idx="25">
                  <c:v>90049</c:v>
                </c:pt>
                <c:pt idx="26">
                  <c:v>90049</c:v>
                </c:pt>
                <c:pt idx="27">
                  <c:v>90049</c:v>
                </c:pt>
                <c:pt idx="28">
                  <c:v>90049</c:v>
                </c:pt>
                <c:pt idx="29">
                  <c:v>90049</c:v>
                </c:pt>
                <c:pt idx="30">
                  <c:v>90049</c:v>
                </c:pt>
                <c:pt idx="31">
                  <c:v>90049</c:v>
                </c:pt>
                <c:pt idx="32">
                  <c:v>90049</c:v>
                </c:pt>
                <c:pt idx="33">
                  <c:v>90049</c:v>
                </c:pt>
                <c:pt idx="34">
                  <c:v>90049</c:v>
                </c:pt>
                <c:pt idx="35">
                  <c:v>90049</c:v>
                </c:pt>
                <c:pt idx="36">
                  <c:v>90049</c:v>
                </c:pt>
                <c:pt idx="37">
                  <c:v>90049</c:v>
                </c:pt>
                <c:pt idx="38">
                  <c:v>90049</c:v>
                </c:pt>
                <c:pt idx="39">
                  <c:v>90049</c:v>
                </c:pt>
                <c:pt idx="40">
                  <c:v>90049</c:v>
                </c:pt>
                <c:pt idx="41">
                  <c:v>90049</c:v>
                </c:pt>
                <c:pt idx="42">
                  <c:v>90049</c:v>
                </c:pt>
                <c:pt idx="43">
                  <c:v>90049</c:v>
                </c:pt>
                <c:pt idx="44">
                  <c:v>90049</c:v>
                </c:pt>
                <c:pt idx="45">
                  <c:v>90049</c:v>
                </c:pt>
                <c:pt idx="46">
                  <c:v>90049</c:v>
                </c:pt>
                <c:pt idx="47">
                  <c:v>90049</c:v>
                </c:pt>
                <c:pt idx="48">
                  <c:v>90049</c:v>
                </c:pt>
                <c:pt idx="49">
                  <c:v>90049</c:v>
                </c:pt>
                <c:pt idx="50">
                  <c:v>90049</c:v>
                </c:pt>
                <c:pt idx="51">
                  <c:v>90049</c:v>
                </c:pt>
                <c:pt idx="52">
                  <c:v>90049</c:v>
                </c:pt>
                <c:pt idx="53">
                  <c:v>90049</c:v>
                </c:pt>
                <c:pt idx="54">
                  <c:v>90049</c:v>
                </c:pt>
                <c:pt idx="55">
                  <c:v>90049</c:v>
                </c:pt>
                <c:pt idx="56">
                  <c:v>90049</c:v>
                </c:pt>
                <c:pt idx="57">
                  <c:v>90049</c:v>
                </c:pt>
                <c:pt idx="58">
                  <c:v>90049</c:v>
                </c:pt>
                <c:pt idx="59">
                  <c:v>90049</c:v>
                </c:pt>
                <c:pt idx="60">
                  <c:v>90049</c:v>
                </c:pt>
                <c:pt idx="61">
                  <c:v>90049</c:v>
                </c:pt>
                <c:pt idx="62">
                  <c:v>90049</c:v>
                </c:pt>
                <c:pt idx="63">
                  <c:v>90049</c:v>
                </c:pt>
                <c:pt idx="64">
                  <c:v>90049</c:v>
                </c:pt>
                <c:pt idx="65">
                  <c:v>90049</c:v>
                </c:pt>
                <c:pt idx="66">
                  <c:v>90049</c:v>
                </c:pt>
                <c:pt idx="67">
                  <c:v>90049</c:v>
                </c:pt>
                <c:pt idx="68">
                  <c:v>90049</c:v>
                </c:pt>
                <c:pt idx="69">
                  <c:v>90049</c:v>
                </c:pt>
                <c:pt idx="70">
                  <c:v>90049</c:v>
                </c:pt>
                <c:pt idx="71">
                  <c:v>90049</c:v>
                </c:pt>
                <c:pt idx="72">
                  <c:v>90049</c:v>
                </c:pt>
                <c:pt idx="73">
                  <c:v>90049</c:v>
                </c:pt>
                <c:pt idx="74">
                  <c:v>90049</c:v>
                </c:pt>
                <c:pt idx="75">
                  <c:v>90049</c:v>
                </c:pt>
                <c:pt idx="76">
                  <c:v>90049</c:v>
                </c:pt>
                <c:pt idx="77">
                  <c:v>90049</c:v>
                </c:pt>
                <c:pt idx="78">
                  <c:v>90049</c:v>
                </c:pt>
                <c:pt idx="79">
                  <c:v>90049</c:v>
                </c:pt>
                <c:pt idx="80">
                  <c:v>90049</c:v>
                </c:pt>
                <c:pt idx="81">
                  <c:v>90049</c:v>
                </c:pt>
                <c:pt idx="82">
                  <c:v>90049</c:v>
                </c:pt>
                <c:pt idx="83">
                  <c:v>90049</c:v>
                </c:pt>
                <c:pt idx="84">
                  <c:v>90049</c:v>
                </c:pt>
                <c:pt idx="85">
                  <c:v>90049</c:v>
                </c:pt>
                <c:pt idx="86">
                  <c:v>90049</c:v>
                </c:pt>
                <c:pt idx="87">
                  <c:v>90049</c:v>
                </c:pt>
                <c:pt idx="88">
                  <c:v>90049</c:v>
                </c:pt>
                <c:pt idx="89">
                  <c:v>90049</c:v>
                </c:pt>
                <c:pt idx="90">
                  <c:v>90049</c:v>
                </c:pt>
                <c:pt idx="91">
                  <c:v>90049</c:v>
                </c:pt>
                <c:pt idx="92">
                  <c:v>90049</c:v>
                </c:pt>
                <c:pt idx="93">
                  <c:v>90049</c:v>
                </c:pt>
                <c:pt idx="94">
                  <c:v>90049</c:v>
                </c:pt>
                <c:pt idx="95">
                  <c:v>90049</c:v>
                </c:pt>
                <c:pt idx="96">
                  <c:v>90045</c:v>
                </c:pt>
                <c:pt idx="97">
                  <c:v>90045</c:v>
                </c:pt>
                <c:pt idx="98">
                  <c:v>90045</c:v>
                </c:pt>
                <c:pt idx="99">
                  <c:v>90045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Sheet1!$A$2:$A$101</c:f>
              <c:strCache>
                <c:ptCount val="100"/>
                <c:pt idx="0">
                  <c:v>CA-2016-101343</c:v>
                </c:pt>
                <c:pt idx="1">
                  <c:v>CA-2017-163405</c:v>
                </c:pt>
                <c:pt idx="2">
                  <c:v>CA-2017-163405</c:v>
                </c:pt>
                <c:pt idx="3">
                  <c:v>US-2016-115819</c:v>
                </c:pt>
                <c:pt idx="4">
                  <c:v>US-2016-115819</c:v>
                </c:pt>
                <c:pt idx="5">
                  <c:v>US-2016-115819</c:v>
                </c:pt>
                <c:pt idx="6">
                  <c:v>US-2016-116729</c:v>
                </c:pt>
                <c:pt idx="7">
                  <c:v>CA-2014-106439</c:v>
                </c:pt>
                <c:pt idx="8">
                  <c:v>CA-2014-106439</c:v>
                </c:pt>
                <c:pt idx="9">
                  <c:v>CA-2014-106439</c:v>
                </c:pt>
                <c:pt idx="10">
                  <c:v>CA-2014-106439</c:v>
                </c:pt>
                <c:pt idx="11">
                  <c:v>CA-2014-106439</c:v>
                </c:pt>
                <c:pt idx="12">
                  <c:v>CA-2016-118913</c:v>
                </c:pt>
                <c:pt idx="13">
                  <c:v>CA-2014-113579</c:v>
                </c:pt>
                <c:pt idx="14">
                  <c:v>CA-2017-126242</c:v>
                </c:pt>
                <c:pt idx="15">
                  <c:v>CA-2014-110849</c:v>
                </c:pt>
                <c:pt idx="16">
                  <c:v>CA-2014-110849</c:v>
                </c:pt>
                <c:pt idx="17">
                  <c:v>CA-2014-110849</c:v>
                </c:pt>
                <c:pt idx="18">
                  <c:v>CA-2016-130029</c:v>
                </c:pt>
                <c:pt idx="19">
                  <c:v>CA-2016-130029</c:v>
                </c:pt>
                <c:pt idx="20">
                  <c:v>CA-2015-167745</c:v>
                </c:pt>
                <c:pt idx="21">
                  <c:v>CA-2015-167745</c:v>
                </c:pt>
                <c:pt idx="22">
                  <c:v>CA-2014-101931</c:v>
                </c:pt>
                <c:pt idx="23">
                  <c:v>CA-2014-101931</c:v>
                </c:pt>
                <c:pt idx="24">
                  <c:v>CA-2014-101931</c:v>
                </c:pt>
                <c:pt idx="25">
                  <c:v>CA-2015-125234</c:v>
                </c:pt>
                <c:pt idx="26">
                  <c:v>CA-2016-109365</c:v>
                </c:pt>
                <c:pt idx="27">
                  <c:v>CA-2016-109365</c:v>
                </c:pt>
                <c:pt idx="28">
                  <c:v>CA-2016-109365</c:v>
                </c:pt>
                <c:pt idx="29">
                  <c:v>CA-2016-109365</c:v>
                </c:pt>
                <c:pt idx="30">
                  <c:v>CA-2016-109365</c:v>
                </c:pt>
                <c:pt idx="31">
                  <c:v>CA-2015-118871</c:v>
                </c:pt>
                <c:pt idx="32">
                  <c:v>CA-2017-138149</c:v>
                </c:pt>
                <c:pt idx="33">
                  <c:v>CA-2017-138149</c:v>
                </c:pt>
                <c:pt idx="34">
                  <c:v>CA-2017-134635</c:v>
                </c:pt>
                <c:pt idx="35">
                  <c:v>CA-2014-130813</c:v>
                </c:pt>
                <c:pt idx="36">
                  <c:v>CA-2014-148614</c:v>
                </c:pt>
                <c:pt idx="37">
                  <c:v>CA-2014-168305</c:v>
                </c:pt>
                <c:pt idx="38">
                  <c:v>CA-2014-168305</c:v>
                </c:pt>
                <c:pt idx="39">
                  <c:v>CA-2017-112431</c:v>
                </c:pt>
                <c:pt idx="40">
                  <c:v>CA-2015-135580</c:v>
                </c:pt>
                <c:pt idx="41">
                  <c:v>CA-2015-135580</c:v>
                </c:pt>
                <c:pt idx="42">
                  <c:v>CA-2015-135580</c:v>
                </c:pt>
                <c:pt idx="43">
                  <c:v>CA-2014-102652</c:v>
                </c:pt>
                <c:pt idx="44">
                  <c:v>CA-2014-102652</c:v>
                </c:pt>
                <c:pt idx="45">
                  <c:v>US-2016-112970</c:v>
                </c:pt>
                <c:pt idx="46">
                  <c:v>CA-2016-161025</c:v>
                </c:pt>
                <c:pt idx="47">
                  <c:v>CA-2016-100944</c:v>
                </c:pt>
                <c:pt idx="48">
                  <c:v>CA-2016-147473</c:v>
                </c:pt>
                <c:pt idx="49">
                  <c:v>CA-2014-138737</c:v>
                </c:pt>
                <c:pt idx="50">
                  <c:v>US-2017-151127</c:v>
                </c:pt>
                <c:pt idx="51">
                  <c:v>CA-2017-147844</c:v>
                </c:pt>
                <c:pt idx="52">
                  <c:v>CA-2017-147844</c:v>
                </c:pt>
                <c:pt idx="53">
                  <c:v>CA-2017-147844</c:v>
                </c:pt>
                <c:pt idx="54">
                  <c:v>US-2014-120740</c:v>
                </c:pt>
                <c:pt idx="55">
                  <c:v>CA-2015-144890</c:v>
                </c:pt>
                <c:pt idx="56">
                  <c:v>CA-2015-138219</c:v>
                </c:pt>
                <c:pt idx="57">
                  <c:v>CA-2015-121188</c:v>
                </c:pt>
                <c:pt idx="58">
                  <c:v>CA-2015-121188</c:v>
                </c:pt>
                <c:pt idx="59">
                  <c:v>CA-2014-114125</c:v>
                </c:pt>
                <c:pt idx="60">
                  <c:v>CA-2014-114125</c:v>
                </c:pt>
                <c:pt idx="61">
                  <c:v>CA-2017-106824</c:v>
                </c:pt>
                <c:pt idx="62">
                  <c:v>CA-2014-164903</c:v>
                </c:pt>
                <c:pt idx="63">
                  <c:v>CA-2015-149566</c:v>
                </c:pt>
                <c:pt idx="64">
                  <c:v>CA-2017-162015</c:v>
                </c:pt>
                <c:pt idx="65">
                  <c:v>CA-2015-168760</c:v>
                </c:pt>
                <c:pt idx="66">
                  <c:v>CA-2016-152646</c:v>
                </c:pt>
                <c:pt idx="67">
                  <c:v>CA-2014-153619</c:v>
                </c:pt>
                <c:pt idx="68">
                  <c:v>CA-2016-101189</c:v>
                </c:pt>
                <c:pt idx="69">
                  <c:v>CA-2016-140256</c:v>
                </c:pt>
                <c:pt idx="70">
                  <c:v>CA-2017-124261</c:v>
                </c:pt>
                <c:pt idx="71">
                  <c:v>CA-2016-121755</c:v>
                </c:pt>
                <c:pt idx="72">
                  <c:v>CA-2015-157084</c:v>
                </c:pt>
                <c:pt idx="73">
                  <c:v>US-2016-116729</c:v>
                </c:pt>
                <c:pt idx="74">
                  <c:v>CA-2014-106439</c:v>
                </c:pt>
                <c:pt idx="75">
                  <c:v>CA-2015-121797</c:v>
                </c:pt>
                <c:pt idx="76">
                  <c:v>CA-2017-126242</c:v>
                </c:pt>
                <c:pt idx="77">
                  <c:v>CA-2014-136399</c:v>
                </c:pt>
                <c:pt idx="78">
                  <c:v>CA-2014-136399</c:v>
                </c:pt>
                <c:pt idx="79">
                  <c:v>CA-2015-167745</c:v>
                </c:pt>
                <c:pt idx="80">
                  <c:v>CA-2015-125234</c:v>
                </c:pt>
                <c:pt idx="81">
                  <c:v>CA-2015-118871</c:v>
                </c:pt>
                <c:pt idx="82">
                  <c:v>CA-2017-138149</c:v>
                </c:pt>
                <c:pt idx="83">
                  <c:v>CA-2014-148614</c:v>
                </c:pt>
                <c:pt idx="84">
                  <c:v>CA-2017-112431</c:v>
                </c:pt>
                <c:pt idx="85">
                  <c:v>CA-2014-102652</c:v>
                </c:pt>
                <c:pt idx="86">
                  <c:v>CA-2014-102652</c:v>
                </c:pt>
                <c:pt idx="87">
                  <c:v>US-2017-128398</c:v>
                </c:pt>
                <c:pt idx="88">
                  <c:v>US-2014-120740</c:v>
                </c:pt>
                <c:pt idx="89">
                  <c:v>CA-2015-121188</c:v>
                </c:pt>
                <c:pt idx="90">
                  <c:v>CA-2017-101014</c:v>
                </c:pt>
                <c:pt idx="91">
                  <c:v>CA-2015-149566</c:v>
                </c:pt>
                <c:pt idx="92">
                  <c:v>CA-2017-162015</c:v>
                </c:pt>
                <c:pt idx="93">
                  <c:v>CA-2017-123029</c:v>
                </c:pt>
                <c:pt idx="94">
                  <c:v>CA-2017-157448</c:v>
                </c:pt>
                <c:pt idx="95">
                  <c:v>CA-2017-157448</c:v>
                </c:pt>
                <c:pt idx="96">
                  <c:v>CA-2016-162733</c:v>
                </c:pt>
                <c:pt idx="97">
                  <c:v>CA-2017-110478</c:v>
                </c:pt>
                <c:pt idx="98">
                  <c:v>CA-2017-110478</c:v>
                </c:pt>
                <c:pt idx="99">
                  <c:v>CA-2017-140963</c:v>
                </c:pt>
              </c:strCache>
            </c:strRef>
          </c:cat>
          <c:val>
            <c:numRef>
              <c:f>Sheet1!$D$2:$D$101</c:f>
              <c:numCache>
                <c:formatCode>General</c:formatCode>
                <c:ptCount val="100"/>
                <c:pt idx="0">
                  <c:v>77.88</c:v>
                </c:pt>
                <c:pt idx="1">
                  <c:v>6.63</c:v>
                </c:pt>
                <c:pt idx="2">
                  <c:v>5.88</c:v>
                </c:pt>
                <c:pt idx="3">
                  <c:v>5.46</c:v>
                </c:pt>
                <c:pt idx="4">
                  <c:v>73.2</c:v>
                </c:pt>
                <c:pt idx="5">
                  <c:v>22.72</c:v>
                </c:pt>
                <c:pt idx="6">
                  <c:v>45.36</c:v>
                </c:pt>
                <c:pt idx="7">
                  <c:v>11.34</c:v>
                </c:pt>
                <c:pt idx="8">
                  <c:v>80.3</c:v>
                </c:pt>
                <c:pt idx="9">
                  <c:v>64.74</c:v>
                </c:pt>
                <c:pt idx="10">
                  <c:v>405.64</c:v>
                </c:pt>
                <c:pt idx="11">
                  <c:v>12.39</c:v>
                </c:pt>
                <c:pt idx="12">
                  <c:v>60.81</c:v>
                </c:pt>
                <c:pt idx="13">
                  <c:v>90.24</c:v>
                </c:pt>
                <c:pt idx="14">
                  <c:v>305.01</c:v>
                </c:pt>
                <c:pt idx="15">
                  <c:v>13.12</c:v>
                </c:pt>
                <c:pt idx="16">
                  <c:v>10.75</c:v>
                </c:pt>
                <c:pt idx="17">
                  <c:v>11.62</c:v>
                </c:pt>
                <c:pt idx="18">
                  <c:v>12.96</c:v>
                </c:pt>
                <c:pt idx="19">
                  <c:v>3.96</c:v>
                </c:pt>
                <c:pt idx="20">
                  <c:v>11.68</c:v>
                </c:pt>
                <c:pt idx="21">
                  <c:v>16.9</c:v>
                </c:pt>
                <c:pt idx="22">
                  <c:v>6.28</c:v>
                </c:pt>
                <c:pt idx="23">
                  <c:v>480.74</c:v>
                </c:pt>
                <c:pt idx="24">
                  <c:v>141.4</c:v>
                </c:pt>
                <c:pt idx="25">
                  <c:v>113.82</c:v>
                </c:pt>
                <c:pt idx="26">
                  <c:v>15.26</c:v>
                </c:pt>
                <c:pt idx="27">
                  <c:v>43.32</c:v>
                </c:pt>
                <c:pt idx="28">
                  <c:v>116.28</c:v>
                </c:pt>
                <c:pt idx="29">
                  <c:v>19.44</c:v>
                </c:pt>
                <c:pt idx="30">
                  <c:v>314.55</c:v>
                </c:pt>
                <c:pt idx="31">
                  <c:v>271.44</c:v>
                </c:pt>
                <c:pt idx="32">
                  <c:v>130.71</c:v>
                </c:pt>
                <c:pt idx="33">
                  <c:v>11.68</c:v>
                </c:pt>
                <c:pt idx="34">
                  <c:v>79.14</c:v>
                </c:pt>
                <c:pt idx="35">
                  <c:v>19.44</c:v>
                </c:pt>
                <c:pt idx="36">
                  <c:v>19.36</c:v>
                </c:pt>
                <c:pt idx="37">
                  <c:v>44.4</c:v>
                </c:pt>
                <c:pt idx="38">
                  <c:v>21.4</c:v>
                </c:pt>
                <c:pt idx="39">
                  <c:v>5.88</c:v>
                </c:pt>
                <c:pt idx="40">
                  <c:v>68.52</c:v>
                </c:pt>
                <c:pt idx="41">
                  <c:v>74.94</c:v>
                </c:pt>
                <c:pt idx="42">
                  <c:v>271.44</c:v>
                </c:pt>
                <c:pt idx="43">
                  <c:v>19.44</c:v>
                </c:pt>
                <c:pt idx="44">
                  <c:v>55.48</c:v>
                </c:pt>
                <c:pt idx="45">
                  <c:v>9.84</c:v>
                </c:pt>
                <c:pt idx="46">
                  <c:v>772.68</c:v>
                </c:pt>
                <c:pt idx="47">
                  <c:v>304.9</c:v>
                </c:pt>
                <c:pt idx="48">
                  <c:v>38.88</c:v>
                </c:pt>
                <c:pt idx="49">
                  <c:v>8.64</c:v>
                </c:pt>
                <c:pt idx="50">
                  <c:v>49.56</c:v>
                </c:pt>
                <c:pt idx="51">
                  <c:v>15.7</c:v>
                </c:pt>
                <c:pt idx="52">
                  <c:v>59.52</c:v>
                </c:pt>
                <c:pt idx="53">
                  <c:v>34.4</c:v>
                </c:pt>
                <c:pt idx="54">
                  <c:v>106.96</c:v>
                </c:pt>
                <c:pt idx="55">
                  <c:v>9.96</c:v>
                </c:pt>
                <c:pt idx="56">
                  <c:v>33.36</c:v>
                </c:pt>
                <c:pt idx="57">
                  <c:v>892.35</c:v>
                </c:pt>
                <c:pt idx="58">
                  <c:v>728.82</c:v>
                </c:pt>
                <c:pt idx="59">
                  <c:v>2.88</c:v>
                </c:pt>
                <c:pt idx="60">
                  <c:v>23.92</c:v>
                </c:pt>
                <c:pt idx="61">
                  <c:v>5.94</c:v>
                </c:pt>
                <c:pt idx="62">
                  <c:v>12.96</c:v>
                </c:pt>
                <c:pt idx="63">
                  <c:v>12.6</c:v>
                </c:pt>
                <c:pt idx="64">
                  <c:v>168.1</c:v>
                </c:pt>
                <c:pt idx="65">
                  <c:v>61.44</c:v>
                </c:pt>
                <c:pt idx="66">
                  <c:v>32.4</c:v>
                </c:pt>
                <c:pt idx="67">
                  <c:v>6.72</c:v>
                </c:pt>
                <c:pt idx="68">
                  <c:v>93.02</c:v>
                </c:pt>
                <c:pt idx="69">
                  <c:v>5.76</c:v>
                </c:pt>
                <c:pt idx="70">
                  <c:v>34.24</c:v>
                </c:pt>
                <c:pt idx="71">
                  <c:v>90.57</c:v>
                </c:pt>
                <c:pt idx="72">
                  <c:v>1265.85</c:v>
                </c:pt>
                <c:pt idx="73">
                  <c:v>254.24</c:v>
                </c:pt>
                <c:pt idx="74">
                  <c:v>251.91</c:v>
                </c:pt>
                <c:pt idx="75">
                  <c:v>227.36</c:v>
                </c:pt>
                <c:pt idx="76">
                  <c:v>18.7</c:v>
                </c:pt>
                <c:pt idx="77">
                  <c:v>44.46</c:v>
                </c:pt>
                <c:pt idx="78">
                  <c:v>395.0</c:v>
                </c:pt>
                <c:pt idx="79">
                  <c:v>24.4</c:v>
                </c:pt>
                <c:pt idx="80">
                  <c:v>107.97</c:v>
                </c:pt>
                <c:pt idx="81">
                  <c:v>36.4</c:v>
                </c:pt>
                <c:pt idx="82">
                  <c:v>62.31</c:v>
                </c:pt>
                <c:pt idx="83">
                  <c:v>19.3</c:v>
                </c:pt>
                <c:pt idx="84">
                  <c:v>435.84</c:v>
                </c:pt>
                <c:pt idx="85">
                  <c:v>91.96</c:v>
                </c:pt>
                <c:pt idx="86">
                  <c:v>33.11</c:v>
                </c:pt>
                <c:pt idx="87">
                  <c:v>159.56</c:v>
                </c:pt>
                <c:pt idx="88">
                  <c:v>187.76</c:v>
                </c:pt>
                <c:pt idx="89">
                  <c:v>4.16</c:v>
                </c:pt>
                <c:pt idx="90">
                  <c:v>148.02</c:v>
                </c:pt>
                <c:pt idx="91">
                  <c:v>39.0</c:v>
                </c:pt>
                <c:pt idx="92">
                  <c:v>1287.45</c:v>
                </c:pt>
                <c:pt idx="93">
                  <c:v>159.98</c:v>
                </c:pt>
                <c:pt idx="94">
                  <c:v>119.94</c:v>
                </c:pt>
                <c:pt idx="95">
                  <c:v>12.42</c:v>
                </c:pt>
                <c:pt idx="96">
                  <c:v>5.98</c:v>
                </c:pt>
                <c:pt idx="97">
                  <c:v>9.32</c:v>
                </c:pt>
                <c:pt idx="98">
                  <c:v>15.25</c:v>
                </c:pt>
                <c:pt idx="99">
                  <c:v>29.6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Data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Data Overview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CA-2016-101343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2016-07-17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2016-07-22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RA-19885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Ruben Ausman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OFF-ST-10003479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Eldon Base for stackable storage shelf, platinum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77.88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3.89399999999999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514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514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CA-2017-163405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2017-12-21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2017-12-25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BN-11515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Bradley Nguyen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OFF-AR-10003811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327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6.63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1.7901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515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CA-2017-163405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2017-12-21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2017-12-25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BN-11515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Bradley Nguyen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OFF-AR-10001246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317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1.7052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1606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1606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US-2016-115819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JO-15280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Jas O'Carroll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OFF-AR-10000823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307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5.46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1.5288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1607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1607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US-2016-115819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JO-15280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Jas O'Carroll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OFF-AR-10004456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Panasonic KP-4ABK Battery-Operated Pencil Sharpener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73.2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21.228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1609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1609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US-2016-115819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2016-04-24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JO-15280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Jas O'Carroll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OFF-PA-10002377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Adams Telephone Message Book W/Dividers/Space For Phone Numbers, 5 1/4"X8 1/2", 200/Messages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22.72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10.224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1807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1807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US-2016-116729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GK-14620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Grace Kelly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OFF-PA-10002005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45.36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21.7728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OFF-FA-10002975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Fasteners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Staples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5.2164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OFF-ST-10003996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Letter/Legal File Tote with Clear Snap-On Lid, Black Granite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80.3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20.878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OFF-PA-10000477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1952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64.74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30.4278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OFF-ST-10001963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Tennsco Regal Shelving Units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405.64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12.1692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OFF-AR-10001419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3.717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2191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2191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CA-2016-118913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2016-06-25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2016-06-29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AS-10240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Alan Shonely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OFF-AP-10000692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Appliances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Fellowes Mighty 8 Compact Surge Protector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60.81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17.0268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2492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2492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CA-2014-113579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KD-16345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Katherine Ducich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OFF-PA-10001457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White GlueTop Scratch Pads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90.24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41.5104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2944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CA-2017-126242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MC-18100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Mick Crebagga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OFF-ST-10000675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File Shuttle II and Handi-File, Black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305.01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76.2525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3534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CA-2014-110849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JL-15835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John Lee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OFF-AR-10002375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351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13.12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3.8048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3535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CA-2014-110849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JL-15835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John Lee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OFF-AR-10000657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Binney &amp; Smith inkTank Desk Highlighter, Chisel Tip, Yellow, 12/Box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10.75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3.5475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3536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3536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CA-2014-110849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JL-15835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John Lee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OFF-FA-10000134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Fasteners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Advantus Push Pins, Aluminum Head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11.62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3.6022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3565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CA-2016-130029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GT-14755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Guy Thornton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OFF-PA-10000552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6.2208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3566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3566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CA-2016-130029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2016-07-06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GT-14755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Guy Thornton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OFF-FA-10001135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Fasteners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Brites Rubber Bands, 1 1/2 oz. Box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0.0792000000000002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3759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3759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CA-2015-167745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GB-14530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George Bell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OFF-AR-10003602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Quartet Omega Colored Chalk, 12/Pack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5.4896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3760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3760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CA-2015-167745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GB-14530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George Bell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OFF-SU-10004782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Elite 5" Scissors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16.9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3844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CA-2014-101931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TS-21370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Todd Sumrall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OFF-SU-10002301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Serrated Blade or Curved Handle Hand Letter Openers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0.0628000000000002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3845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CA-2014-101931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TS-21370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Todd Sumrall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OFF-SU-10000646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Premier Automatic Letter Opener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480.74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14.4222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3847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3847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CA-2014-101931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TS-21370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Todd Sumrall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OFF-ST-10003442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Eldon Portable Mobile Manager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141.4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38.178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4339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CA-2015-125234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2015-11-27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SN-20710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Steve Nguyen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OFF-PA-10000482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Snap-A-Way Black Print Carbonless Ruled Speed Letter, Triplicate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113.82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53.4954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OFF-FA-10001561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Fasteners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Stockwell Push Pins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15.26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5.0358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OFF-AP-10002998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Appliances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Holmes 99% HEPA Air Purifier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43.32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14.2956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OFF-PA-10001725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1892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116.28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56.9772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OFF-PA-10000477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9.3312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4487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4487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CA-2016-109365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XP-21865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Xylona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OFF-PA-10004359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Multicolor Computer Printout 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314.55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150.984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4561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CA-2015-118871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HM-14860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Harry Marie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OFF-EN-10003296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Tyvek Side-Opening Peel &amp; Seel Expanding 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271.44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122.148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4709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4709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CA-2017-138149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WB-21850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William Brown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OFF-ST-10002974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Trav-L-File Heavy-Duty Shuttle II, Black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130.71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39.213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4710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CA-2017-138149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WB-21850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William Brown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OFF-AR-10000255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3.0368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5218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5218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CA-2017-134635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2017-04-15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2017-04-17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NS-18640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Noel Staavos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OFF-PA-10002254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1883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79.14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36.4044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5328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5328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CA-2014-130813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LS-17230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Lycoris Saunders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OFF-PA-10002005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9.3312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5737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5737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CA-2014-148614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2014-01-20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MV-17485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Mark Van Huff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OFF-PA-10002893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Wirebound Service Call Books, 5 1/2" x 4"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19.36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9.2928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5896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5896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CA-2014-168305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PL-18925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Paul Lucas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OFF-LA-10003498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Labels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Avery 475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5897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5897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CA-2014-168305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PL-18925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Paul Lucas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OFF-PA-10004947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Easy-staple 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21.4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5942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5942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CA-2017-112431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2017-10-12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2017-10-14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RW-19690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Robert Waldorf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OFF-AR-10000940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343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1.5876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6009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6009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CA-2015-135580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CL-12565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Clay Ludtke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OFF-PA-10000595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1929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68.52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31.5192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CA-2015-135580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CL-12565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Clay Ludtke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OFF-ST-10000798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2300 Heavy-Duty Transfer File Systems by Perma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74.94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14.2386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CA-2015-135580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CL-12565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Clay Ludtke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OFF-EN-10003296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Tyvek Side-Opening Peel &amp; Seel Expanding 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271.44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122.148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CA-2014-102652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AY-10555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Andy Yotov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OFF-PA-10003309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211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9.3312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CA-2014-102652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AY-10555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Andy Yotov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OFF-PA-10001977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194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55.48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26.6304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6030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US-2016-112970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2016-11-14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TB-21250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 Brockman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OFF-AR-10003829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9.84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2.8536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6160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CA-2016-161025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GM-14440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Gary McGarr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OFF-ST-10001932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Fellowes Staxonsteel Drawer Files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772.68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108.1752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6284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6284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CA-2016-100944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2016-09-24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2016-09-28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EH-13765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Edward Hooks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OFF-EN-10001453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Tyvek Interoffice Envelopes, 9 1/2" x 12 1/2", 100/Box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304.9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143.303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7067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7067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CA-2016-147473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2016-05-30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2016-06-03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NL-18310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Nancy Lomonaco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OFF-PA-10004782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228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38.88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18.6624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7237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7237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CA-2014-138737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2014-12-07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FP-14320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Frank Preis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OFF-AR-10003190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8.64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2.4192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7245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US-2017-151127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2017-05-22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RL-19615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Rob Lucas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OFF-AR-10002445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SANFORD Major Accent Highlighters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49.56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18.8328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7393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7393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CA-2017-147844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2017-05-02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DD-13570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Dorothy Dickinson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OFF-PA-10003016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Adams "While You Were Out" Message Pads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7.065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7394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7394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CA-2017-147844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2017-05-02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DD-13570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Dorothy Dickinson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OFF-AR-10001615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59.52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15.4752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7395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7395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CA-2017-147844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2017-05-02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DD-13570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Dorothy Dickinson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OFF-PA-10002713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Adams Phone Message Book, 200 Message Capacity, 8 1/16” x 11”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34.4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15.824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7657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7657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US-2014-120740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Same Day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PS-18970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Paul Stevenson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OFF-AP-10000240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Appliances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Belkin F9G930V10-GRY 9 Outlet Surge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106.96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31.0184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7854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7854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CA-2015-144890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SM-20320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Sean Miller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OFF-PA-10001526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1949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4.8804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7967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7967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CA-2015-138219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2015-03-23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2015-03-30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BP-11095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Bart Pistole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OFF-PA-10000380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REDIFORM Incoming/Outgoing Call Register, 11" X 8 1/2", 100 Messages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33.36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16.68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8055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8055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CA-2015-121188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2015-08-28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CB-12025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Cassandra Brandow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OFF-ST-10001490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Hot File 7-Pocket, Floor Stand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892.35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267.705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8057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8057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CA-2015-121188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2015-08-28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CB-12025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Cassandra Brandow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OFF-ST-10000736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Carina Double Wide Media Storage Towers in Natural &amp; Black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728.82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29.1528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8173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8173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CA-2014-114125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2014-07-09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2014-07-13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GH-14410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Gary Hansen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OFF-LA-10004559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Labels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Avery 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1.4112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8175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8175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CA-2014-114125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2014-07-09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2014-07-13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GH-14410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Gary Hansen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OFF-ST-10001505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Perma STOR-ALL Hanging File Box, 13 1/8"W x 12 1/4"D x 10 1/2"H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23.92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4.0664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8492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8492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CA-2017-106824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2017-07-07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2017-07-11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AT-10735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Annie Thurman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OFF-FA-10001135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Fasteners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Brites Rubber Bands, 1 1/2 oz. Box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5.94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0.1188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8504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8504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CA-2014-164903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2014-02-20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2014-02-24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SR-20740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Steven Roelle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OFF-PA-10003363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204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6.2208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8549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8549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CA-2015-149566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2015-12-10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GB-14530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George Bell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OFF-LA-10000452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Labels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Avery 488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6.048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8588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8588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CA-2017-162015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2017-07-11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2017-07-18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KB-16240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Karen Bern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OFF-AP-10003040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Appliances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Fellowes 8 Outlet Superior Workstation Surge Protector w/o Phone/Fax/Modem Protection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168.1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43.706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9043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9043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CA-2015-168760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2015-09-22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2015-09-26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MM-18280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Muhammed MacIntyre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OFF-AP-10004532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Appliances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Kensington 6 Outlet Guardian Standard Surge Protector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61.44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16.5888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9216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9216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CA-2016-152646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2016-11-21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2016-11-26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TH-21235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Tiffany House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OFF-PA-10004451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222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15.552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9229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9229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CA-2014-153619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Same Day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TC-21535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Tracy Collins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OFF-AR-10001868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Prang Dustless Chalk Sticks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6.72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9521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9521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CA-2016-101189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2016-02-04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2016-02-09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JB-15400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Jennifer Braxton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OFF-ST-10004180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Storage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Safco Commercial Shelving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93.02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3.7208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9617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9617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CA-2016-140256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2016-08-22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2016-08-29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PW-19030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Pauline Webber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OFF-AR-10002255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346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5.76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1.6704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9732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9732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CA-2017-124261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2017-11-14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JE-15715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Joe Elijah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OFF-AR-10003504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Newell 347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34.24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9.9296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CA-2016-121755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2016-01-16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2016-01-20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EH-13945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Eric Hoffmann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TEC-AC-10003027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Imation 8GB Mini TravelDrive USB 2.0 Flash Drive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90.57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11.7741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1626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CA-2015-157084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JG-15160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James Galang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TEC-AC-10002049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Plantronics Savi W720 Multi-Device Wireless Headset System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1265.85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556.974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1808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1808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US-2016-116729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2016-12-28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GK-14620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Grace Kelly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TEC-AC-10001465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SanDisk Cruzer 64 GB USB Flash Drive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254.24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76.272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2067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2067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CA-2014-106439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2014-10-31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2014-11-04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GG-14650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Greg Guthrie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TEC-AC-10004568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Maxell LTO Ultrium - 800 GB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251.91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47.8629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2709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2709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CA-2015-121797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2015-01-30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2015-02-06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CC-12145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Charles Crestani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FUR-FU-10001876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Computer Room Manger, 14"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227.36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81.8496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2945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CA-2017-126242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2017-11-19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2017-11-24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MC-18100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Mick Crebagga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FUR-FU-10002685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Executive Impressions 13-1/2" Indoor/Outdoor Wall Clock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18.7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7.106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3129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CA-2014-136399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CC-12100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Chad Cunningham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FUR-FU-10004090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Executive Impressions 14" Contract Wall Clock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44.46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14.6718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3131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CA-2014-136399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2014-12-17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CC-12100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Chad Cunningham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TEC-AC-10001142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Data FD10 PIN Pad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395.0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39.5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3761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3761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CA-2015-167745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2015-09-23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GB-14530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George Bell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FUR-FU-10001591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Advantus Panel Wall Certificate Holder - 8.5x11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10.248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4338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4338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CA-2015-125234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2015-11-27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SN-20710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Steve Nguyen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TEC-AC-10000158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Sony 64GB Class 10 Micro SDHC R40 Memory Card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107.97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22.6737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4563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4563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CA-2015-118871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HM-14860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Harry Marie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FUR-FU-10002111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Master Caster Door Stop, Large Brown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36.4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13.832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4711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4711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CA-2017-138149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WB-21850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William Brown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TEC-AC-10001284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Enermax Briskie RF Wireless Keyboard and Mouse Combo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62.31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22.4316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5738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5738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CA-2014-148614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2014-01-20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2014-01-25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MV-17485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Mark Van Huff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FUR-FU-10003194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Eldon Expressions Desk Accessory, Wood Pencil Holder, Oak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19.3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5.79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5941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5941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CA-2017-112431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2017-10-12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2017-10-14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RW-19690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Robert Waldorf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TEC-AC-10001465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SanDisk Cruzer 64 GB USB Flash Drive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435.84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130.752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CA-2014-102652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AY-10555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Andy Yotov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FUR-FU-10000747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Tenex B1-RE Series Chair Mats for Low Pile Carpets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91.96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15.6332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6017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6017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CA-2014-102652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2014-04-06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AY-10555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Andy Yotov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FUR-FU-10001918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C-Line Cubicle Keepers Polyproplyene Holder With Velcro Backings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33.11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12.9129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6913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6913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US-2017-128398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2017-05-02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2017-05-05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EM-13825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Elizabeth Moffitt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TEC-AC-10001714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Logitech MX Performance Wireless Mouse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159.56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59.0372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7658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7658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US-2014-120740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2014-04-15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Same Day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PS-18970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Paul Stevenson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FUR-FU-10004091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Howard Miller 13" Diameter Goldtone Round Wall Clock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187.76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76.9816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8060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8060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CA-2015-121188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2015-08-28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2015-09-04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CB-12025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Cassandra Brandow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FUR-FU-10003981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Eldon Wave Desk 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4.16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1.7472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8116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8116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CA-2017-101014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2017-08-29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2017-09-04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RW-19540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Rick Wilson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FUR-FU-10003374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Electrix Fluorescent Magnifier Lamps &amp; Weighted Base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148.02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41.4456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8548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8548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CA-2015-149566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2015-12-05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2015-12-10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GB-14530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George Bell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TEC-AC-10001266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Memorex Micro Travel Drive 8 GB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39.0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17.55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8587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8587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CA-2017-162015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2017-07-11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2017-07-18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KB-16240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Karen Bern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TEC-AC-10003832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Logitech P710e Mobile Speakerphone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1287.45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244.6155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9141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9141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CA-2017-123029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2017-09-30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2017-10-02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Second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BT-11530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Bradley Talbott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TEC-AC-10002402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Technology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Razer Kraken PRO Over Ear PC and Music Headset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159.98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47.994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9666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9666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CA-2017-157448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2017-11-16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2017-11-20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LC-16885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Lena Creighton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FUR-FU-10003268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Eldon Radial Chair Mat for Low to Medium Pile Carpets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119.94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23.988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9667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9667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CA-2017-157448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2017-11-16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2017-11-20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LC-16885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Lena Creighton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FUR-FU-10001847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Furniture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Furnishings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Eldon Image Series Black Desk Accessories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12.42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4.4712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CA-2016-162733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2016-05-11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2016-05-12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TT-21070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Ted Trevino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Consumer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OFF-PA-10002751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Paper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Xerox 1920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5.98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2.691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420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CA-2017-110478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2017-03-04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2017-03-09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SP-20860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Sung Pak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OFF-AR-10001573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American Pencil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9.32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2.7028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421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CA-2017-110478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2017-03-04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2017-03-09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Standard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SP-20860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Sung Pak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Corporate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OFF-EN-10000483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Envelopes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White Envelopes, White Envelopes with Clear Poly Window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15.25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7.015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485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07818">
                <a:tc>
                  <a:txBody>
                    <a:bodyPr/>
                    <a:lstStyle/>
                    <a:p>
                      <a:r>
                        <a:rPr sz="120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Value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485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CA-2017-140963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Order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2017-06-10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2017-06-13 00:00:00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Ship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Class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MT-18070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Michelle Tran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Home Office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United States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Los Angeles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California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Postal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90045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West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OFF-LA-10003923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Office Supplies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Sub-Category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Labels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Alphabetical Labels for Top Tab Filing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29.6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20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</a:t>
                      </a:r>
                    </a:p>
                  </a:txBody>
                  <a:tcPr/>
                </a:tc>
              </a:tr>
              <a:tr h="207822">
                <a:tc>
                  <a:txBody>
                    <a:bodyPr/>
                    <a:lstStyle/>
                    <a:p>
                      <a:r>
                        <a:rPr sz="120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