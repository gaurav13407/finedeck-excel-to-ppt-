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 ($49/month)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Trailing PE Grows 762.8% to $89.6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Apple Stock Grows 155.5% in Adjusted Close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Total Operating Income Reaches $123.2B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Debt Surges 28% to $136.5B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AAPL_CF_A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AAPL_Income_QAnalysis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AAPL_BS_QAnalysis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AAPL_CF_QAnalysis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MSFT_PricesAnalysis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MSFT_Income_AAnalysis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MSFT_BS_A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MSFT_CF_A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MSFT_Income_QAnalysis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MSFT_BS_Q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MSFT_CF_Q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GOOGL_PricesAnalysis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GOOGL_Income_AAnalysis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