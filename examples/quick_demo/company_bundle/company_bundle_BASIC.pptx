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95057"/>
                </a:solidFill>
              </a:rPr>
              <a:t>company_bundle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 ($25/month)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Trailing PE Soars 762.8% to 89.6 Average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AAPL Prices Surge 155.5% in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Total Operating Income Reaches $123.2B Peak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Debt Surges 29% to $136.5B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</Words>
  <Application>Microsoft Office PowerPoint</Application>
  <PresentationFormat>On-screen Show (4:3)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company_bundle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Gaurav Joshi</cp:lastModifiedBy>
  <cp:revision>2</cp:revision>
  <dcterms:created xsi:type="dcterms:W3CDTF">2013-01-27T09:14:16Z</dcterms:created>
  <dcterms:modified xsi:type="dcterms:W3CDTF">2025-11-01T14:13:41Z</dcterms:modified>
  <cp:category/>
</cp:coreProperties>
</file>