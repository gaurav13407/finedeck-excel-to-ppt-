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F4788"/>
                </a:solidFill>
              </a:rPr>
              <a:t>company_bundle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Pro ($99/month)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SummaryAnalysis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5 data points across 13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Summary showing key metrices and trends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AAPL_PricesAnalysis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1256 data points across 9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AAPL_Prices showing key metrices and 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AAPL_Income_AAnalysis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25 data points across 5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AAPL_Income_A showing key metrices and trends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AAPL_BS_AAnalysis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63 data points across 5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AAPL_BS_A showing key metrices and trends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AAPL_CF_A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AAPL_Income_QAnalysis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22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AAPL_Income_Q showing key metrices and 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AAPL_BS_QAnalysis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60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AAPL_BS_Q showing key metrices and trends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AAPL_CF_QAnalysis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11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AAPL_CF_Q showing key metrices and trends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MSFT_PricesAnalysis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1256 data points across 9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MSFT_Prices showing key metrices and trends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MSFT_Income_AAnalysis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43 data points across 5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MSFT_Income_A showing key metrices and trends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MSFT_BS_A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MSFT_CF_A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MSFT_Income_QAnalysis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43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MSFT_Income_Q showing key metrices and trends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MSFT_BS_Q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MSFT_CF_Q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GOOGL_PricesAnalysis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1256 data points across 9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GOOGL_Prices showing key metrices and trends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GOOGL_Income_AAnalysis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44 data points across 5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GOOGL_Income_A showing key metrices and trends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GOOGL_BS_AAnalysis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71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GOOGL_BS_A showing key metrices and trends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GOOGL_CF_A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GOOGL_Income_QAnalysis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45 data points across 7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GOOGL_Income_Q showing key metrices and trends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GOOGL_BS_QAnalysis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72 data points across 7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GOOGL_BS_Q showing key metrices and trends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AMZN_PricesAnalysis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1256 data points across 9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AMZN_Prices showing key metrices and trends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AMZN_Income_AAnalysis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43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AMZN_Income_A showing key metrices and trends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AMZN_BS_A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AMZN_CF_A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AMZN_Income_QAnalysis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42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AMZN_Income_Q showing key metrices and trends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AMZN_BS_QAnalysis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55 data points across 7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AMZN_BS_Q showing key metrices and trends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AMZN_CF_QAnalysis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14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AMZN_CF_Q showing key metrices and trends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TSLA_PricesAnalysis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1256 data points across 9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TSLA_Prices showing key metrices and trends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TSLA_Income_AAnalysis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43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TSLA_Income_A showing key metrices and trends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TSLA_BS_AAnalysis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77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TSLA_BS_A showing key metrices and trends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TSLA_CF_A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TSLA_Income_QAnalysis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42 data points across 7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TSLA_Income_Q showing key metrices and trends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TSLA_BS_QAnalysis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75 data points across 7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TSLA_BS_Q showing key metrices and trends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788"/>
                </a:solidFill>
              </a:defRPr>
            </a:pPr>
            <a:r>
              <a:t>TSLA_CF_QAnalysis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17 data points across 7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TSLA_CF_Q showing key metrices and trends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