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1F478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4A90E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7CB9E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4788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Pro ($99/month)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Sheet1Analysis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 data points across 4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Sheet1 showing key metrices and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