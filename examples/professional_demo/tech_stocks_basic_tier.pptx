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/>
            </a:pPr>
            <a:r>
              <a:t>Top 5 by MarketCap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Basic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1,531 data points across 34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1,531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