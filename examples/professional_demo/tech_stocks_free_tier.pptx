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4027681603584</c:v>
                </c:pt>
                <c:pt idx="1">
                  <c:v>3907646914560</c:v>
                </c:pt>
                <c:pt idx="2">
                  <c:v>3398890160128</c:v>
                </c:pt>
                <c:pt idx="3">
                  <c:v>2609979064320</c:v>
                </c:pt>
                <c:pt idx="4">
                  <c:v>1518435958784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95057"/>
                </a:solidFill>
              </a:defRPr>
            </a:pPr>
            <a:r>
              <a:t>Tech Stocks Performance Analysis - Q4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Tech Investment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Growth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-62.3%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↘️ Negative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800600" y="3840480"/>
            <a:ext cx="3657600" cy="1828800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AAPL remains the largest contributor at 26%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9505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Tech Investment Partners</a:t>
            </a:r>
          </a:p>
          <a:p>
            <a:r>
              <a:t>analyst@techinvest.com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