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95057"/>
                </a:solidFill>
              </a:defRPr>
            </a:pPr>
            <a:r>
              <a:t>Q4 Financial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FinDeck Analytics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3657600" cy="1828800"/>
          </a:xfrm>
          <a:prstGeom prst="rect">
            <a:avLst/>
          </a:prstGeom>
          <a:solidFill>
            <a:srgbClr val="1F4E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4800600" y="1645920"/>
            <a:ext cx="3657600" cy="1828800"/>
          </a:xfrm>
          <a:prstGeom prst="rect">
            <a:avLst/>
          </a:prstGeom>
          <a:solidFill>
            <a:srgbClr val="4F81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9202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Data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4688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30175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85800" y="3840480"/>
            <a:ext cx="3657600" cy="1828800"/>
          </a:xfrm>
          <a:prstGeom prst="rect">
            <a:avLst/>
          </a:prstGeom>
          <a:solidFill>
            <a:srgbClr val="2E75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📈 Performance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🗂️ Category Breakdown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95057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FinDeck Analytics Inc.</a:t>
            </a:r>
          </a:p>
          <a:p>
            <a:r>
              <a:t>john.doe@findeck.com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