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14.95</c:v>
                </c:pt>
                <c:pt idx="1">
                  <c:v>11.64</c:v>
                </c:pt>
                <c:pt idx="2">
                  <c:v>12.96</c:v>
                </c:pt>
                <c:pt idx="3">
                  <c:v>27.8</c:v>
                </c:pt>
                <c:pt idx="4">
                  <c:v>17.28</c:v>
                </c:pt>
                <c:pt idx="5">
                  <c:v>15.37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cat>
            <c:strRef>
              <c:f>Sheet1!$A$2:$A$2</c:f>
              <c:strCache>
                <c:ptCount val="1"/>
                <c:pt idx="0">
                  <c:v>Consumer Goods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AI-Powered Financial Insights - Q4 2025 (AI_PRO)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Advanced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$27.80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$0.0B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Consumer Goods is the sole category, encompassing 100% of the breakdown.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💼 AI Insights &amp; Market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📈 Top 3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Data analysis in progress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Performance metrics being calculated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Trends under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5100"/>
                </a:solidFill>
              </a:defRPr>
            </a:pPr>
            <a:r>
              <a:t>⚠️ Anomalies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No significant anomalies detected in current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💡 Predicted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Insufficient historical data for accurate predictions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Continued monitoring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Advanced Analytics Group</a:t>
            </a:r>
          </a:p>
          <a:p>
            <a:r>
              <a:t>ai-pro@analytics.com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