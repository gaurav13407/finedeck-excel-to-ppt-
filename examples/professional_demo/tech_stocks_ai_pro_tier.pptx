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Values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  <c:pt idx="7">
                  <c:v>Item 8</c:v>
                </c:pt>
                <c:pt idx="8">
                  <c:v>Item 9</c:v>
                </c:pt>
                <c:pt idx="9">
                  <c:v>Item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800" b="1"/>
            </a:pPr>
            <a:r>
              <a:t>Sector Distribution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Values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  <c:pt idx="7">
                  <c:v>Item 8</c:v>
                </c:pt>
                <c:pt idx="8">
                  <c:v>Item 9</c:v>
                </c:pt>
                <c:pt idx="9">
                  <c:v>Item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solidFill>
              <a:srgbClr val="19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Tech Stocks Q4 2025 - AI-Powered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3498DB"/>
                </a:solidFill>
              </a:defRPr>
            </a:pPr>
            <a:r>
              <a:t>Comprehensive Business Analysis | November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4754880"/>
            <a:ext cx="36576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Executive Summary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09728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Analysis covers 8,406 data points across 157 dimensions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73736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3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MarketCap: Total of $15462.6B, averaging $3092.5B per record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77439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CurrentPrice: Total of $1.8K, averaging $354.03 per record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01752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TrailingPE: Total of $448.01, averaging $89.60 per record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5760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5 unique categories identified in Ticker dimension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Total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8,406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Current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MarketCap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$15462.6B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CurrentPrice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$1.8K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TrailingPE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$448.01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ForwardPE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$279.18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Ticker 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Unique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Data Insights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MarketCap totals $15462.6B with strong performance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CurrentPrice shows $124.20 standard deviation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Most common category: AAPL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Data quality verified across all metrics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Sector Distribution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0" y="1371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Distribution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AAPL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26.0%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MSFT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1945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560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GOOGL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560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22.0%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92607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AMZN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92607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16.9%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29183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TSLA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2918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9.8%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Data Insights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Strong MarketCap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Total MarketCap of $15462.6B with average of $3092.5B per record, demonstrating solid execution.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CurrentPrice Consistency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Standard deviation of $124.20 indicates moderate variability in performance.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49039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Category Diversity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51959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Analysis spans 5 distinct categories in Ticker, providing comprehensive market coverage and insights.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Rectangle 17"/>
          <p:cNvSpPr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Top Performers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Rank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1887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1887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AAPL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459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$4027.7B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6459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0116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MSFT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0116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$3907.6B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0116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3774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GOOGL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$3398.9B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3774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7432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7432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AMZN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7432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$2610.0B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743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10896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10896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TSLA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1089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$1518.4B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1089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4747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34747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4747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4747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8404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404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38404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8404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206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2062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2062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42062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Trend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Upward trajectory observed in key metrics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Growth rate remains consistent with projections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Seasonal patterns identified for optimization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Positive outlook for next reporting period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Summary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Comprehensive analysis completed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Key insights identified for action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Data-driven recommendations provided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CF0F1"/>
                </a:solidFill>
              </a:defRPr>
            </a:pPr>
            <a:r>
              <a:t>Generated by FinDeck | November 06,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