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Data Insights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Sector Distribution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Trend Analysis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 b="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AI-Powered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8,406 data points across 157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8,406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