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Data Insights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CurrentPrice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270.37</c:v>
                </c:pt>
                <c:pt idx="1">
                  <c:v>517.81</c:v>
                </c:pt>
                <c:pt idx="2">
                  <c:v>281.19</c:v>
                </c:pt>
                <c:pt idx="3">
                  <c:v>244.22</c:v>
                </c:pt>
                <c:pt idx="4">
                  <c:v>456.56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36.24</c:v>
                </c:pt>
                <c:pt idx="1">
                  <c:v>36.78</c:v>
                </c:pt>
                <c:pt idx="2">
                  <c:v>27.79</c:v>
                </c:pt>
                <c:pt idx="3">
                  <c:v>34.49</c:v>
                </c:pt>
                <c:pt idx="4">
                  <c:v>312.71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Trend Analysis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CurrentPrice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270.37</c:v>
                </c:pt>
                <c:pt idx="1">
                  <c:v>517.81</c:v>
                </c:pt>
                <c:pt idx="2">
                  <c:v>281.19</c:v>
                </c:pt>
                <c:pt idx="3">
                  <c:v>244.22</c:v>
                </c:pt>
                <c:pt idx="4">
                  <c:v>456.56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Sheet1!$A$2:$A$13</c:f>
              <c:strCache>
                <c:ptCount val="12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  <c:pt idx="5">
                  <c:v>nan</c:v>
                </c:pt>
                <c:pt idx="6">
                  <c:v>nan</c:v>
                </c:pt>
                <c:pt idx="7">
                  <c:v>nan</c:v>
                </c:pt>
                <c:pt idx="8">
                  <c:v>nan</c:v>
                </c:pt>
                <c:pt idx="9">
                  <c:v>nan</c:v>
                </c:pt>
                <c:pt idx="10">
                  <c:v>nan</c:v>
                </c:pt>
                <c:pt idx="11">
                  <c:v>nan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36.24</c:v>
                </c:pt>
                <c:pt idx="1">
                  <c:v>36.78</c:v>
                </c:pt>
                <c:pt idx="2">
                  <c:v>27.79</c:v>
                </c:pt>
                <c:pt idx="3">
                  <c:v>34.49</c:v>
                </c:pt>
                <c:pt idx="4">
                  <c:v>312.71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100" b="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AI-Powered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8,406 data points across 157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8,406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