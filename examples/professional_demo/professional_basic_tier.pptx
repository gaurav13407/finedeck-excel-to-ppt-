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95057"/>
                </a:solidFill>
              </a:defRPr>
            </a:pPr>
            <a:r>
              <a:t>Q4 Financial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FinDeck Analytics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10 rows processed in total</a:t>
            </a:r>
          </a:p>
          <a:p>
            <a:pPr>
              <a:spcAft>
                <a:spcPts val="1000"/>
              </a:spcAft>
              <a:defRPr sz="1600"/>
            </a:pPr>
            <a:r>
              <a:t>• 2 sheets analyzed for trends</a:t>
            </a:r>
          </a:p>
          <a:p>
            <a:pPr>
              <a:spcAft>
                <a:spcPts val="1000"/>
              </a:spcAft>
              <a:defRPr sz="1600"/>
            </a:pPr>
            <a:r>
              <a:t>• 5 columns per sheet average</a:t>
            </a:r>
          </a:p>
          <a:p>
            <a:pPr>
              <a:spcAft>
                <a:spcPts val="1000"/>
              </a:spcAft>
              <a:defRPr sz="1600"/>
            </a:pPr>
            <a:r>
              <a:t>• Summary sheet has 10 rows</a:t>
            </a:r>
          </a:p>
          <a:p>
            <a:pPr>
              <a:spcAft>
                <a:spcPts val="1000"/>
              </a:spcAft>
              <a:defRPr sz="1600"/>
            </a:pPr>
            <a:r>
              <a:t>• Sheet1 has 4 rows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📈 Sheet1</a:t>
            </a:r>
          </a:p>
          <a:p>
            <a:r>
              <a:t>(Chart placeholder - implementing time-series 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🗂️ Category Breakdown</a:t>
            </a:r>
          </a:p>
          <a:p>
            <a:r>
              <a:t>(Chart placeholder - implementing category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Q4 2024 remains the largest contributor at 31%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9505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FinDeck Analytics Inc.</a:t>
            </a:r>
          </a:p>
          <a:p>
            <a:r>
              <a:t>john.doe@findeck.com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