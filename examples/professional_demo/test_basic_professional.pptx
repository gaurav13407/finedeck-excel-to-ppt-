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95057"/>
                </a:solidFill>
              </a:defRPr>
            </a:pPr>
            <a:r>
              <a:t>Q4 Financial Performance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Generated on November 2025</a:t>
            </a:r>
          </a:p>
          <a:p>
            <a:r>
              <a:t>by FinDeck Analytics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📊 Powered by Excel-to-PPT AI 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📊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10 rows analyzed across 2 sheets</a:t>
            </a:r>
          </a:p>
          <a:p>
            <a:pPr>
              <a:spcAft>
                <a:spcPts val="1000"/>
              </a:spcAft>
              <a:defRPr sz="1600"/>
            </a:pPr>
            <a:r>
              <a:t>• 5 columns per sheet on average</a:t>
            </a:r>
          </a:p>
          <a:p>
            <a:pPr>
              <a:spcAft>
                <a:spcPts val="1000"/>
              </a:spcAft>
              <a:defRPr sz="1600"/>
            </a:pPr>
            <a:r>
              <a:t>• No numeric columns found</a:t>
            </a:r>
          </a:p>
          <a:p>
            <a:pPr>
              <a:spcAft>
                <a:spcPts val="1000"/>
              </a:spcAft>
              <a:defRPr sz="1600"/>
            </a:pPr>
            <a:r>
              <a:t>• Summary sheet has 10 rows</a:t>
            </a:r>
          </a:p>
          <a:p>
            <a:pPr>
              <a:spcAft>
                <a:spcPts val="1000"/>
              </a:spcAft>
              <a:defRPr sz="1600"/>
            </a:pPr>
            <a:r>
              <a:t>• Sheet1 has 4 rows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💵 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3657600" cy="1828800"/>
          </a:xfrm>
          <a:prstGeom prst="rect">
            <a:avLst/>
          </a:prstGeom>
          <a:solidFill>
            <a:srgbClr val="1F4E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Total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4800600" y="1645920"/>
            <a:ext cx="3657600" cy="1828800"/>
          </a:xfrm>
          <a:prstGeom prst="rect">
            <a:avLst/>
          </a:prstGeom>
          <a:solidFill>
            <a:srgbClr val="4F81B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9202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Data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46888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30175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85800" y="3840480"/>
            <a:ext cx="3657600" cy="1828800"/>
          </a:xfrm>
          <a:prstGeom prst="rect">
            <a:avLst/>
          </a:prstGeom>
          <a:solidFill>
            <a:srgbClr val="2E75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120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📈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📈 Sheet1</a:t>
            </a:r>
          </a:p>
          <a:p>
            <a:r>
              <a:t>(Chart placeholder - implementing time-series visualization)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🗂️ Category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🗂️ Category Breakdown</a:t>
            </a:r>
          </a:p>
          <a:p>
            <a:r>
              <a:t>(Chart placeholder - implementing category visualization)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💡 Insight: Q4 2024 remains the largest contributor at 31%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95057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FinDeck Analytics Inc.</a:t>
            </a:r>
          </a:p>
          <a:p>
            <a:r>
              <a:t>john.doe@findeck.com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📊 Generated via Excel-to-PPT AI Converter</a:t>
            </a:r>
          </a:p>
          <a:p>
            <a:r>
              <a:t>www.exceltoppt.ai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