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62828"/>
                </a:solidFill>
              </a:defRPr>
            </a:pPr>
            <a:r>
              <a:t>Q4 Financial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FinDeck Analytics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3935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Data spans 2 sheets</a:t>
            </a:r>
          </a:p>
          <a:p>
            <a:pPr>
              <a:spcAft>
                <a:spcPts val="1000"/>
              </a:spcAft>
              <a:defRPr sz="1600"/>
            </a:pPr>
            <a:r>
              <a:t>• 10 rows in Summary sheet</a:t>
            </a:r>
          </a:p>
          <a:p>
            <a:pPr>
              <a:spcAft>
                <a:spcPts val="1000"/>
              </a:spcAft>
              <a:defRPr sz="1600"/>
            </a:pPr>
            <a:r>
              <a:t>• 4 rows in Sheet1</a:t>
            </a:r>
          </a:p>
          <a:p>
            <a:pPr>
              <a:spcAft>
                <a:spcPts val="1000"/>
              </a:spcAft>
              <a:defRPr sz="1600"/>
            </a:pPr>
            <a:r>
              <a:t>• 5 columns in Summary</a:t>
            </a:r>
          </a:p>
          <a:p>
            <a:pPr>
              <a:spcAft>
                <a:spcPts val="1000"/>
              </a:spcAft>
              <a:defRPr sz="1600"/>
            </a:pPr>
            <a:r>
              <a:t>• No numeric columns found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657600" cy="1828800"/>
          </a:xfrm>
          <a:prstGeom prst="rect">
            <a:avLst/>
          </a:prstGeom>
          <a:solidFill>
            <a:srgbClr val="1F4E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4800600" y="1645920"/>
            <a:ext cx="3657600" cy="1828800"/>
          </a:xfrm>
          <a:prstGeom prst="rect">
            <a:avLst/>
          </a:prstGeom>
          <a:solidFill>
            <a:srgbClr val="4F81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Data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4688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3017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85800" y="3840480"/>
            <a:ext cx="3657600" cy="1828800"/>
          </a:xfrm>
          <a:prstGeom prst="rect">
            <a:avLst/>
          </a:prstGeom>
          <a:solidFill>
            <a:srgbClr val="2E75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📈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📈 Sheet1</a:t>
            </a:r>
          </a:p>
          <a:p>
            <a:r>
              <a:t>(Chart placeholder - implementing time-series visualization)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🗂️ Category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🗂️ Category Breakdown</a:t>
            </a:r>
          </a:p>
          <a:p>
            <a:r>
              <a:t>(Chart placeholder - implementing category visualization)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💡 Insight: Q4 2024 dominates with 30.8% of the total category share.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C62828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FinDeck Analytics Inc.</a:t>
            </a:r>
          </a:p>
          <a:p>
            <a:r>
              <a:t>john.doe@findeck.com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