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CurrentPrice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270.37</c:v>
                </c:pt>
                <c:pt idx="1">
                  <c:v>517.81</c:v>
                </c:pt>
                <c:pt idx="2">
                  <c:v>281.19</c:v>
                </c:pt>
                <c:pt idx="3">
                  <c:v>244.22</c:v>
                </c:pt>
                <c:pt idx="4">
                  <c:v>456.56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36.24</c:v>
                </c:pt>
                <c:pt idx="1">
                  <c:v>36.78</c:v>
                </c:pt>
                <c:pt idx="2">
                  <c:v>27.79</c:v>
                </c:pt>
                <c:pt idx="3">
                  <c:v>34.49</c:v>
                </c:pt>
                <c:pt idx="4">
                  <c:v>312.71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Trend Analysis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CurrentPrice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270.37</c:v>
                </c:pt>
                <c:pt idx="1">
                  <c:v>517.81</c:v>
                </c:pt>
                <c:pt idx="2">
                  <c:v>281.19</c:v>
                </c:pt>
                <c:pt idx="3">
                  <c:v>244.22</c:v>
                </c:pt>
                <c:pt idx="4">
                  <c:v>456.56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36.24</c:v>
                </c:pt>
                <c:pt idx="1">
                  <c:v>36.78</c:v>
                </c:pt>
                <c:pt idx="2">
                  <c:v>27.79</c:v>
                </c:pt>
                <c:pt idx="3">
                  <c:v>34.49</c:v>
                </c:pt>
                <c:pt idx="4">
                  <c:v>312.71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Professional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4,826 data points across 84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4,826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