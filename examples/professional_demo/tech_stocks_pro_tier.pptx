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  <c:pt idx="7">
                  <c:v>Item 8</c:v>
                </c:pt>
                <c:pt idx="8">
                  <c:v>Item 9</c:v>
                </c:pt>
                <c:pt idx="9">
                  <c:v>Item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800" b="1"/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Values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Item 1</c:v>
                </c:pt>
                <c:pt idx="1">
                  <c:v>Item 2</c:v>
                </c:pt>
                <c:pt idx="2">
                  <c:v>Item 3</c:v>
                </c:pt>
                <c:pt idx="3">
                  <c:v>Item 4</c:v>
                </c:pt>
                <c:pt idx="4">
                  <c:v>Item 5</c:v>
                </c:pt>
                <c:pt idx="5">
                  <c:v>Item 6</c:v>
                </c:pt>
                <c:pt idx="6">
                  <c:v>Item 7</c:v>
                </c:pt>
                <c:pt idx="7">
                  <c:v>Item 8</c:v>
                </c:pt>
                <c:pt idx="8">
                  <c:v>Item 9</c:v>
                </c:pt>
                <c:pt idx="9">
                  <c:v>Item 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Professional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4,826 data points across 84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4,826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