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  <c:pt idx="7">
                  <c:v>Item 8</c:v>
                </c:pt>
                <c:pt idx="8">
                  <c:v>Item 9</c:v>
                </c:pt>
                <c:pt idx="9">
                  <c:v>Item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800" b="1"/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  <c:pt idx="7">
                  <c:v>Item 8</c:v>
                </c:pt>
                <c:pt idx="8">
                  <c:v>Item 9</c:v>
                </c:pt>
                <c:pt idx="9">
                  <c:v>Item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Alphabet (GOOGL) - Comprehensive Financial Analysis Q4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8,406 data points across 157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8,406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