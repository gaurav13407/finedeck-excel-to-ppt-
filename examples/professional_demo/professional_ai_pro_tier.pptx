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62828"/>
                </a:solidFill>
              </a:defRPr>
            </a:pPr>
            <a:r>
              <a:t>Q4 Financial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FinDeck Analytics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10 rows processed across 2 sheets</a:t>
            </a:r>
          </a:p>
          <a:p>
            <a:pPr>
              <a:spcAft>
                <a:spcPts val="1000"/>
              </a:spcAft>
              <a:defRPr sz="1600"/>
            </a:pPr>
            <a:r>
              <a:t>• 5 columns analyzed for trends</a:t>
            </a:r>
          </a:p>
          <a:p>
            <a:pPr>
              <a:spcAft>
                <a:spcPts val="1000"/>
              </a:spcAft>
              <a:defRPr sz="1600"/>
            </a:pPr>
            <a:r>
              <a:t>• No numeric columns found</a:t>
            </a:r>
          </a:p>
          <a:p>
            <a:pPr>
              <a:spcAft>
                <a:spcPts val="1000"/>
              </a:spcAft>
              <a:defRPr sz="1600"/>
            </a:pPr>
            <a:r>
              <a:t>• Sheet1 has 4 rows</a:t>
            </a:r>
          </a:p>
          <a:p>
            <a:pPr>
              <a:spcAft>
                <a:spcPts val="1000"/>
              </a:spcAft>
              <a:defRPr sz="1600"/>
            </a:pPr>
            <a:r>
              <a:t>• Summary sheet has 10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📈 Sheet1</a:t>
            </a:r>
          </a:p>
          <a:p>
            <a:r>
              <a:t>(Chart placeholder - implementing time-series 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🗂️ Category Breakdown</a:t>
            </a:r>
          </a:p>
          <a:p>
            <a:r>
              <a:t>(Chart placeholder - implementing category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Q4 2024 accounts for the largest category with 30.8% of total spending.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💼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📈 Top 3 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10 rows in Summary sheet</a:t>
            </a:r>
          </a:p>
          <a:p>
            <a:pPr>
              <a:spcAft>
                <a:spcPts val="500"/>
              </a:spcAft>
              <a:defRPr sz="1400"/>
            </a:pPr>
            <a:r>
              <a:t>• 5 columns in each sheet</a:t>
            </a:r>
          </a:p>
          <a:p>
            <a:pPr>
              <a:spcAft>
                <a:spcPts val="500"/>
              </a:spcAft>
              <a:defRPr sz="1400"/>
            </a:pPr>
            <a:r>
              <a:t>• 2 sheets in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⚠️ Anomalies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10 rows vs 4 rows disparity</a:t>
            </a:r>
          </a:p>
          <a:p>
            <a:pPr>
              <a:spcAft>
                <a:spcPts val="500"/>
              </a:spcAft>
              <a:defRPr sz="1400"/>
            </a:pPr>
            <a:r>
              <a:t>• 5 columns vs 4 columns mismatch</a:t>
            </a:r>
          </a:p>
          <a:p>
            <a:pPr>
              <a:spcAft>
                <a:spcPts val="500"/>
              </a:spcAft>
              <a:defRPr sz="1400"/>
            </a:pPr>
            <a:r>
              <a:t>• No numeric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💡 Predicted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Rows likely to increase 20%</a:t>
            </a:r>
          </a:p>
          <a:p>
            <a:pPr>
              <a:spcAft>
                <a:spcPts val="500"/>
              </a:spcAft>
              <a:defRPr sz="1400"/>
            </a:pPr>
            <a:r>
              <a:t>• Columns to remain steady 5</a:t>
            </a:r>
          </a:p>
          <a:p>
            <a:pPr>
              <a:spcAft>
                <a:spcPts val="500"/>
              </a:spcAft>
              <a:defRPr sz="1400"/>
            </a:pPr>
            <a:r>
              <a:t>• Sheets may expand to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FinDeck Analytics Inc.</a:t>
            </a:r>
          </a:p>
          <a:p>
            <a:r>
              <a:t>john.doe@findeck.com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