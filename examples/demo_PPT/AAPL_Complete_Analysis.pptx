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Sheet1!$A$2:$A$31</c:f>
              <c:numCache>
                <c:formatCode>General</c:formatCode>
                <c:ptCount val="30"/>
                <c:pt idx="0">
                  <c:v>248.3000030517578</c:v>
                </c:pt>
                <c:pt idx="1">
                  <c:v>255.8800048828125</c:v>
                </c:pt>
                <c:pt idx="2">
                  <c:v>255.2200012207031</c:v>
                </c:pt>
                <c:pt idx="3">
                  <c:v>253.2100067138672</c:v>
                </c:pt>
                <c:pt idx="4">
                  <c:v>254.1000061035156</c:v>
                </c:pt>
                <c:pt idx="5">
                  <c:v>254.5599975585938</c:v>
                </c:pt>
                <c:pt idx="6">
                  <c:v>254.8600006103516</c:v>
                </c:pt>
                <c:pt idx="7">
                  <c:v>255.0399932861328</c:v>
                </c:pt>
                <c:pt idx="8">
                  <c:v>256.5799865722656</c:v>
                </c:pt>
                <c:pt idx="9">
                  <c:v>254.6699981689453</c:v>
                </c:pt>
                <c:pt idx="10">
                  <c:v>257.989990234375</c:v>
                </c:pt>
                <c:pt idx="11">
                  <c:v>256.8099975585938</c:v>
                </c:pt>
                <c:pt idx="12">
                  <c:v>256.5199890136719</c:v>
                </c:pt>
                <c:pt idx="13">
                  <c:v>257.8099975585938</c:v>
                </c:pt>
                <c:pt idx="14">
                  <c:v>254.9400024414062</c:v>
                </c:pt>
                <c:pt idx="15">
                  <c:v>249.3800048828125</c:v>
                </c:pt>
                <c:pt idx="16">
                  <c:v>246.6000061035156</c:v>
                </c:pt>
                <c:pt idx="17">
                  <c:v>249.4900054931641</c:v>
                </c:pt>
                <c:pt idx="18">
                  <c:v>248.25</c:v>
                </c:pt>
                <c:pt idx="19">
                  <c:v>248.0200042724609</c:v>
                </c:pt>
                <c:pt idx="20">
                  <c:v>255.8899993896484</c:v>
                </c:pt>
                <c:pt idx="21">
                  <c:v>261.8800048828125</c:v>
                </c:pt>
                <c:pt idx="22">
                  <c:v>262.6499938964844</c:v>
                </c:pt>
                <c:pt idx="23">
                  <c:v>259.9400024414062</c:v>
                </c:pt>
                <c:pt idx="24">
                  <c:v>261.1900024414062</c:v>
                </c:pt>
                <c:pt idx="25">
                  <c:v>264.8800048828125</c:v>
                </c:pt>
                <c:pt idx="26">
                  <c:v>268.989990234375</c:v>
                </c:pt>
                <c:pt idx="27">
                  <c:v>269.2799987792969</c:v>
                </c:pt>
                <c:pt idx="28">
                  <c:v>271.989990234375</c:v>
                </c:pt>
                <c:pt idx="29">
                  <c:v>276.989990234375</c:v>
                </c:pt>
              </c:numCache>
            </c:numRef>
          </c:xVal>
          <c:yVal>
            <c:numRef>
              <c:f>Sheet1!$B$2:$B$31</c:f>
              <c:numCache>
                <c:formatCode>General</c:formatCode>
                <c:ptCount val="30"/>
                <c:pt idx="0">
                  <c:v>256.6400146484375</c:v>
                </c:pt>
                <c:pt idx="1">
                  <c:v>257.3399963378906</c:v>
                </c:pt>
                <c:pt idx="2">
                  <c:v>255.7400054931641</c:v>
                </c:pt>
                <c:pt idx="3">
                  <c:v>257.1700134277344</c:v>
                </c:pt>
                <c:pt idx="4">
                  <c:v>257.6000061035156</c:v>
                </c:pt>
                <c:pt idx="5">
                  <c:v>255.0</c:v>
                </c:pt>
                <c:pt idx="6">
                  <c:v>255.9199981689453</c:v>
                </c:pt>
                <c:pt idx="7">
                  <c:v>258.7900085449219</c:v>
                </c:pt>
                <c:pt idx="8">
                  <c:v>258.1799926757812</c:v>
                </c:pt>
                <c:pt idx="9">
                  <c:v>259.239990234375</c:v>
                </c:pt>
                <c:pt idx="10">
                  <c:v>259.0700073242188</c:v>
                </c:pt>
                <c:pt idx="11">
                  <c:v>257.3999938964844</c:v>
                </c:pt>
                <c:pt idx="12">
                  <c:v>258.5199890136719</c:v>
                </c:pt>
                <c:pt idx="13">
                  <c:v>258.0</c:v>
                </c:pt>
                <c:pt idx="14">
                  <c:v>256.3800048828125</c:v>
                </c:pt>
                <c:pt idx="15">
                  <c:v>249.6900024414062</c:v>
                </c:pt>
                <c:pt idx="16">
                  <c:v>248.8500061035156</c:v>
                </c:pt>
                <c:pt idx="17">
                  <c:v>251.8200073242188</c:v>
                </c:pt>
                <c:pt idx="18">
                  <c:v>249.0399932861328</c:v>
                </c:pt>
                <c:pt idx="19">
                  <c:v>253.3800048828125</c:v>
                </c:pt>
                <c:pt idx="20">
                  <c:v>264.3800048828125</c:v>
                </c:pt>
                <c:pt idx="21">
                  <c:v>265.2900085449219</c:v>
                </c:pt>
                <c:pt idx="22">
                  <c:v>262.8500061035156</c:v>
                </c:pt>
                <c:pt idx="23">
                  <c:v>260.6199951171875</c:v>
                </c:pt>
                <c:pt idx="24">
                  <c:v>264.1300048828125</c:v>
                </c:pt>
                <c:pt idx="25">
                  <c:v>269.1199951171875</c:v>
                </c:pt>
                <c:pt idx="26">
                  <c:v>269.8900146484375</c:v>
                </c:pt>
                <c:pt idx="27">
                  <c:v>271.4100036621094</c:v>
                </c:pt>
                <c:pt idx="28">
                  <c:v>274.1400146484375</c:v>
                </c:pt>
                <c:pt idx="29">
                  <c:v>277.3200073242188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AAPL Financial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Data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