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4027681603584</c:v>
                </c:pt>
                <c:pt idx="1">
                  <c:v>3907646914560</c:v>
                </c:pt>
                <c:pt idx="2">
                  <c:v>3398890160128</c:v>
                </c:pt>
                <c:pt idx="3">
                  <c:v>2609979064320</c:v>
                </c:pt>
                <c:pt idx="4">
                  <c:v>1518435958784</c:v>
                </c:pt>
              </c:numCache>
            </c:numRef>
          </c:val>
        </c:ser>
        <c:dLbls>
          <c:numFmt formatCode="0%" sourceLinked="0"/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226.1699981689453</c:v>
                </c:pt>
                <c:pt idx="1">
                  <c:v>226.4799957275391</c:v>
                </c:pt>
                <c:pt idx="2">
                  <c:v>226.8699951171875</c:v>
                </c:pt>
                <c:pt idx="3">
                  <c:v>228.6100006103516</c:v>
                </c:pt>
                <c:pt idx="4">
                  <c:v>230.8200073242188</c:v>
                </c:pt>
                <c:pt idx="5">
                  <c:v>232.5099945068359</c:v>
                </c:pt>
                <c:pt idx="6">
                  <c:v>229.25</c:v>
                </c:pt>
                <c:pt idx="7">
                  <c:v>237.2100067138672</c:v>
                </c:pt>
                <c:pt idx="8">
                  <c:v>238.4499969482422</c:v>
                </c:pt>
                <c:pt idx="9">
                  <c:v>240.0</c:v>
                </c:pt>
                <c:pt idx="10">
                  <c:v>239.3000030517578</c:v>
                </c:pt>
                <c:pt idx="11">
                  <c:v>237.0</c:v>
                </c:pt>
                <c:pt idx="12">
                  <c:v>232.1900024414062</c:v>
                </c:pt>
                <c:pt idx="13">
                  <c:v>226.8800048828125</c:v>
                </c:pt>
                <c:pt idx="14">
                  <c:v>229.2200012207031</c:v>
                </c:pt>
                <c:pt idx="15">
                  <c:v>237.0</c:v>
                </c:pt>
                <c:pt idx="16">
                  <c:v>237.1799926757812</c:v>
                </c:pt>
                <c:pt idx="17">
                  <c:v>238.9700012207031</c:v>
                </c:pt>
                <c:pt idx="18">
                  <c:v>239.9700012207031</c:v>
                </c:pt>
                <c:pt idx="19">
                  <c:v>241.2299957275391</c:v>
                </c:pt>
                <c:pt idx="20">
                  <c:v>248.3000030517578</c:v>
                </c:pt>
                <c:pt idx="21">
                  <c:v>255.8800048828125</c:v>
                </c:pt>
                <c:pt idx="22">
                  <c:v>255.2200012207031</c:v>
                </c:pt>
                <c:pt idx="23">
                  <c:v>253.2100067138672</c:v>
                </c:pt>
                <c:pt idx="24">
                  <c:v>254.1000061035156</c:v>
                </c:pt>
                <c:pt idx="25">
                  <c:v>254.5599975585938</c:v>
                </c:pt>
                <c:pt idx="26">
                  <c:v>254.8600006103516</c:v>
                </c:pt>
                <c:pt idx="27">
                  <c:v>255.0399932861328</c:v>
                </c:pt>
                <c:pt idx="28">
                  <c:v>256.5799865722656</c:v>
                </c:pt>
                <c:pt idx="29">
                  <c:v>254.6699981689453</c:v>
                </c:pt>
                <c:pt idx="30">
                  <c:v>257.989990234375</c:v>
                </c:pt>
                <c:pt idx="31">
                  <c:v>256.8099975585938</c:v>
                </c:pt>
                <c:pt idx="32">
                  <c:v>256.5199890136719</c:v>
                </c:pt>
                <c:pt idx="33">
                  <c:v>257.8099975585938</c:v>
                </c:pt>
                <c:pt idx="34">
                  <c:v>254.9400024414062</c:v>
                </c:pt>
                <c:pt idx="35">
                  <c:v>249.3800048828125</c:v>
                </c:pt>
                <c:pt idx="36">
                  <c:v>246.6000061035156</c:v>
                </c:pt>
                <c:pt idx="37">
                  <c:v>249.4900054931641</c:v>
                </c:pt>
                <c:pt idx="38">
                  <c:v>248.25</c:v>
                </c:pt>
                <c:pt idx="39">
                  <c:v>248.0200042724609</c:v>
                </c:pt>
                <c:pt idx="40">
                  <c:v>255.8899993896484</c:v>
                </c:pt>
                <c:pt idx="41">
                  <c:v>261.8800048828125</c:v>
                </c:pt>
                <c:pt idx="42">
                  <c:v>262.6499938964844</c:v>
                </c:pt>
                <c:pt idx="43">
                  <c:v>259.9400024414062</c:v>
                </c:pt>
                <c:pt idx="44">
                  <c:v>261.1900024414062</c:v>
                </c:pt>
                <c:pt idx="45">
                  <c:v>264.8800048828125</c:v>
                </c:pt>
                <c:pt idx="46">
                  <c:v>268.989990234375</c:v>
                </c:pt>
                <c:pt idx="47">
                  <c:v>269.2799987792969</c:v>
                </c:pt>
                <c:pt idx="48">
                  <c:v>271.989990234375</c:v>
                </c:pt>
                <c:pt idx="49">
                  <c:v>276.989990234375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229.0899963378906</c:v>
                </c:pt>
                <c:pt idx="1">
                  <c:v>229.3000030517578</c:v>
                </c:pt>
                <c:pt idx="2">
                  <c:v>229.4900054931641</c:v>
                </c:pt>
                <c:pt idx="3">
                  <c:v>230.8999938964844</c:v>
                </c:pt>
                <c:pt idx="4">
                  <c:v>233.4100036621094</c:v>
                </c:pt>
                <c:pt idx="5">
                  <c:v>233.3800048828125</c:v>
                </c:pt>
                <c:pt idx="6">
                  <c:v>230.8500061035156</c:v>
                </c:pt>
                <c:pt idx="7">
                  <c:v>238.8500061035156</c:v>
                </c:pt>
                <c:pt idx="8">
                  <c:v>239.8999938964844</c:v>
                </c:pt>
                <c:pt idx="9">
                  <c:v>241.3200073242188</c:v>
                </c:pt>
                <c:pt idx="10">
                  <c:v>240.1499938964844</c:v>
                </c:pt>
                <c:pt idx="11">
                  <c:v>238.7799987792969</c:v>
                </c:pt>
                <c:pt idx="12">
                  <c:v>232.4199981689453</c:v>
                </c:pt>
                <c:pt idx="13">
                  <c:v>230.4499969482422</c:v>
                </c:pt>
                <c:pt idx="14">
                  <c:v>234.5099945068359</c:v>
                </c:pt>
                <c:pt idx="15">
                  <c:v>238.1900024414062</c:v>
                </c:pt>
                <c:pt idx="16">
                  <c:v>241.2200012207031</c:v>
                </c:pt>
                <c:pt idx="17">
                  <c:v>240.1000061035156</c:v>
                </c:pt>
                <c:pt idx="18">
                  <c:v>241.1999969482422</c:v>
                </c:pt>
                <c:pt idx="19">
                  <c:v>246.3000030517578</c:v>
                </c:pt>
                <c:pt idx="20">
                  <c:v>256.6400146484375</c:v>
                </c:pt>
                <c:pt idx="21">
                  <c:v>257.3399963378906</c:v>
                </c:pt>
                <c:pt idx="22">
                  <c:v>255.7400054931641</c:v>
                </c:pt>
                <c:pt idx="23">
                  <c:v>257.1700134277344</c:v>
                </c:pt>
                <c:pt idx="24">
                  <c:v>257.6000061035156</c:v>
                </c:pt>
                <c:pt idx="25">
                  <c:v>255.0</c:v>
                </c:pt>
                <c:pt idx="26">
                  <c:v>255.9199981689453</c:v>
                </c:pt>
                <c:pt idx="27">
                  <c:v>258.7900085449219</c:v>
                </c:pt>
                <c:pt idx="28">
                  <c:v>258.1799926757812</c:v>
                </c:pt>
                <c:pt idx="29">
                  <c:v>259.239990234375</c:v>
                </c:pt>
                <c:pt idx="30">
                  <c:v>259.0700073242188</c:v>
                </c:pt>
                <c:pt idx="31">
                  <c:v>257.3999938964844</c:v>
                </c:pt>
                <c:pt idx="32">
                  <c:v>258.5199890136719</c:v>
                </c:pt>
                <c:pt idx="33">
                  <c:v>258.0</c:v>
                </c:pt>
                <c:pt idx="34">
                  <c:v>256.3800048828125</c:v>
                </c:pt>
                <c:pt idx="35">
                  <c:v>249.6900024414062</c:v>
                </c:pt>
                <c:pt idx="36">
                  <c:v>248.8500061035156</c:v>
                </c:pt>
                <c:pt idx="37">
                  <c:v>251.8200073242188</c:v>
                </c:pt>
                <c:pt idx="38">
                  <c:v>249.0399932861328</c:v>
                </c:pt>
                <c:pt idx="39">
                  <c:v>253.3800048828125</c:v>
                </c:pt>
                <c:pt idx="40">
                  <c:v>264.3800048828125</c:v>
                </c:pt>
                <c:pt idx="41">
                  <c:v>265.2900085449219</c:v>
                </c:pt>
                <c:pt idx="42">
                  <c:v>262.8500061035156</c:v>
                </c:pt>
                <c:pt idx="43">
                  <c:v>260.6199951171875</c:v>
                </c:pt>
                <c:pt idx="44">
                  <c:v>264.1300048828125</c:v>
                </c:pt>
                <c:pt idx="45">
                  <c:v>269.1199951171875</c:v>
                </c:pt>
                <c:pt idx="46">
                  <c:v>269.8900146484375</c:v>
                </c:pt>
                <c:pt idx="47">
                  <c:v>271.4100036621094</c:v>
                </c:pt>
                <c:pt idx="48">
                  <c:v>274.1400146484375</c:v>
                </c:pt>
                <c:pt idx="49">
                  <c:v>277.3200073242188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504.25</c:v>
                </c:pt>
                <c:pt idx="1">
                  <c:v>506.6300048828125</c:v>
                </c:pt>
                <c:pt idx="2">
                  <c:v>504.3599853515625</c:v>
                </c:pt>
                <c:pt idx="3">
                  <c:v>502.0</c:v>
                </c:pt>
                <c:pt idx="4">
                  <c:v>507.0899963378906</c:v>
                </c:pt>
                <c:pt idx="5">
                  <c:v>508.6600036621094</c:v>
                </c:pt>
                <c:pt idx="6">
                  <c:v>500.4700012207031</c:v>
                </c:pt>
                <c:pt idx="7">
                  <c:v>503.7900085449219</c:v>
                </c:pt>
                <c:pt idx="8">
                  <c:v>504.2999877929688</c:v>
                </c:pt>
                <c:pt idx="9">
                  <c:v>509.0700073242188</c:v>
                </c:pt>
                <c:pt idx="10">
                  <c:v>498.1099853515625</c:v>
                </c:pt>
                <c:pt idx="11">
                  <c:v>501.4299926757812</c:v>
                </c:pt>
                <c:pt idx="12">
                  <c:v>502.9800109863281</c:v>
                </c:pt>
                <c:pt idx="13">
                  <c:v>502.25</c:v>
                </c:pt>
                <c:pt idx="14">
                  <c:v>506.6499938964844</c:v>
                </c:pt>
                <c:pt idx="15">
                  <c:v>508.7900085449219</c:v>
                </c:pt>
                <c:pt idx="16">
                  <c:v>516.8800048828125</c:v>
                </c:pt>
                <c:pt idx="17">
                  <c:v>510.6199951171875</c:v>
                </c:pt>
                <c:pt idx="18">
                  <c:v>511.489990234375</c:v>
                </c:pt>
                <c:pt idx="19">
                  <c:v>510.5599975585938</c:v>
                </c:pt>
                <c:pt idx="20">
                  <c:v>515.5900268554688</c:v>
                </c:pt>
                <c:pt idx="21">
                  <c:v>513.7999877929688</c:v>
                </c:pt>
                <c:pt idx="22">
                  <c:v>510.3800048828125</c:v>
                </c:pt>
                <c:pt idx="23">
                  <c:v>508.2999877929688</c:v>
                </c:pt>
                <c:pt idx="24">
                  <c:v>510.0599975585938</c:v>
                </c:pt>
                <c:pt idx="25">
                  <c:v>511.5</c:v>
                </c:pt>
                <c:pt idx="26">
                  <c:v>513.239990234375</c:v>
                </c:pt>
                <c:pt idx="27">
                  <c:v>514.7999877929688</c:v>
                </c:pt>
                <c:pt idx="28">
                  <c:v>517.6400146484375</c:v>
                </c:pt>
                <c:pt idx="29">
                  <c:v>517.0999755859375</c:v>
                </c:pt>
                <c:pt idx="30">
                  <c:v>518.6099853515625</c:v>
                </c:pt>
                <c:pt idx="31">
                  <c:v>528.2899780273438</c:v>
                </c:pt>
                <c:pt idx="32">
                  <c:v>523.280029296875</c:v>
                </c:pt>
                <c:pt idx="33">
                  <c:v>522.3400268554688</c:v>
                </c:pt>
                <c:pt idx="34">
                  <c:v>519.6400146484375</c:v>
                </c:pt>
                <c:pt idx="35">
                  <c:v>516.4099731445312</c:v>
                </c:pt>
                <c:pt idx="36">
                  <c:v>510.2300109863281</c:v>
                </c:pt>
                <c:pt idx="37">
                  <c:v>514.9600219726562</c:v>
                </c:pt>
                <c:pt idx="38">
                  <c:v>512.5800170898438</c:v>
                </c:pt>
                <c:pt idx="39">
                  <c:v>509.0400085449219</c:v>
                </c:pt>
                <c:pt idx="40">
                  <c:v>514.6099853515625</c:v>
                </c:pt>
                <c:pt idx="41">
                  <c:v>517.5</c:v>
                </c:pt>
                <c:pt idx="42">
                  <c:v>521.1500244140625</c:v>
                </c:pt>
                <c:pt idx="43">
                  <c:v>522.4600219726562</c:v>
                </c:pt>
                <c:pt idx="44">
                  <c:v>522.7899780273438</c:v>
                </c:pt>
                <c:pt idx="45">
                  <c:v>531.780029296875</c:v>
                </c:pt>
                <c:pt idx="46">
                  <c:v>550.0</c:v>
                </c:pt>
                <c:pt idx="47">
                  <c:v>544.9400024414062</c:v>
                </c:pt>
                <c:pt idx="48">
                  <c:v>530.47998046875</c:v>
                </c:pt>
                <c:pt idx="49">
                  <c:v>528.8800048828125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510.7300109863281</c:v>
                </c:pt>
                <c:pt idx="1">
                  <c:v>508.1900024414062</c:v>
                </c:pt>
                <c:pt idx="2">
                  <c:v>504.9800109863281</c:v>
                </c:pt>
                <c:pt idx="3">
                  <c:v>507.2900085449219</c:v>
                </c:pt>
                <c:pt idx="4">
                  <c:v>511.0899963378906</c:v>
                </c:pt>
                <c:pt idx="5">
                  <c:v>509.6000061035156</c:v>
                </c:pt>
                <c:pt idx="6">
                  <c:v>506.0</c:v>
                </c:pt>
                <c:pt idx="7">
                  <c:v>507.7900085449219</c:v>
                </c:pt>
                <c:pt idx="8">
                  <c:v>508.1499938964844</c:v>
                </c:pt>
                <c:pt idx="9">
                  <c:v>511.9700012207031</c:v>
                </c:pt>
                <c:pt idx="10">
                  <c:v>501.2000122070312</c:v>
                </c:pt>
                <c:pt idx="11">
                  <c:v>502.25</c:v>
                </c:pt>
                <c:pt idx="12">
                  <c:v>503.2300109863281</c:v>
                </c:pt>
                <c:pt idx="13">
                  <c:v>503.1700134277344</c:v>
                </c:pt>
                <c:pt idx="14">
                  <c:v>512.5499877929688</c:v>
                </c:pt>
                <c:pt idx="15">
                  <c:v>515.469970703125</c:v>
                </c:pt>
                <c:pt idx="16">
                  <c:v>517.22998046875</c:v>
                </c:pt>
                <c:pt idx="17">
                  <c:v>511.2900085449219</c:v>
                </c:pt>
                <c:pt idx="18">
                  <c:v>513.0700073242188</c:v>
                </c:pt>
                <c:pt idx="19">
                  <c:v>519.2999877929688</c:v>
                </c:pt>
                <c:pt idx="20">
                  <c:v>517.739990234375</c:v>
                </c:pt>
                <c:pt idx="21">
                  <c:v>514.5900268554688</c:v>
                </c:pt>
                <c:pt idx="22">
                  <c:v>512.47998046875</c:v>
                </c:pt>
                <c:pt idx="23">
                  <c:v>510.010009765625</c:v>
                </c:pt>
                <c:pt idx="24">
                  <c:v>513.9400024414062</c:v>
                </c:pt>
                <c:pt idx="25">
                  <c:v>516.8499755859375</c:v>
                </c:pt>
                <c:pt idx="26">
                  <c:v>518.1599731445312</c:v>
                </c:pt>
                <c:pt idx="27">
                  <c:v>520.510009765625</c:v>
                </c:pt>
                <c:pt idx="28">
                  <c:v>521.5999755859375</c:v>
                </c:pt>
                <c:pt idx="29">
                  <c:v>520.489990234375</c:v>
                </c:pt>
                <c:pt idx="30">
                  <c:v>531.030029296875</c:v>
                </c:pt>
                <c:pt idx="31">
                  <c:v>529.7999877929688</c:v>
                </c:pt>
                <c:pt idx="32">
                  <c:v>526.9500122070312</c:v>
                </c:pt>
                <c:pt idx="33">
                  <c:v>524.3300170898438</c:v>
                </c:pt>
                <c:pt idx="34">
                  <c:v>523.5800170898438</c:v>
                </c:pt>
                <c:pt idx="35">
                  <c:v>516.4099731445312</c:v>
                </c:pt>
                <c:pt idx="36">
                  <c:v>515.280029296875</c:v>
                </c:pt>
                <c:pt idx="37">
                  <c:v>517.1900024414062</c:v>
                </c:pt>
                <c:pt idx="38">
                  <c:v>516.8499755859375</c:v>
                </c:pt>
                <c:pt idx="39">
                  <c:v>515.47998046875</c:v>
                </c:pt>
                <c:pt idx="40">
                  <c:v>518.7000122070312</c:v>
                </c:pt>
                <c:pt idx="41">
                  <c:v>518.6900024414062</c:v>
                </c:pt>
                <c:pt idx="42">
                  <c:v>525.22998046875</c:v>
                </c:pt>
                <c:pt idx="43">
                  <c:v>523.9500122070312</c:v>
                </c:pt>
                <c:pt idx="44">
                  <c:v>525.3499755859375</c:v>
                </c:pt>
                <c:pt idx="45">
                  <c:v>534.5800170898438</c:v>
                </c:pt>
                <c:pt idx="46">
                  <c:v>553.719970703125</c:v>
                </c:pt>
                <c:pt idx="47">
                  <c:v>546.27001953125</c:v>
                </c:pt>
                <c:pt idx="48">
                  <c:v>534.969970703125</c:v>
                </c:pt>
                <c:pt idx="49">
                  <c:v>529.3200073242188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202.7299957275391</c:v>
                </c:pt>
                <c:pt idx="1">
                  <c:v>206.4299926757812</c:v>
                </c:pt>
                <c:pt idx="2">
                  <c:v>207.5099945068359</c:v>
                </c:pt>
                <c:pt idx="3">
                  <c:v>205.6999969482422</c:v>
                </c:pt>
                <c:pt idx="4">
                  <c:v>207.25</c:v>
                </c:pt>
                <c:pt idx="5">
                  <c:v>210.5099945068359</c:v>
                </c:pt>
                <c:pt idx="6">
                  <c:v>208.4400024414062</c:v>
                </c:pt>
                <c:pt idx="7">
                  <c:v>226.2100067138672</c:v>
                </c:pt>
                <c:pt idx="8">
                  <c:v>229.6499938964844</c:v>
                </c:pt>
                <c:pt idx="9">
                  <c:v>232.1999969482422</c:v>
                </c:pt>
                <c:pt idx="10">
                  <c:v>235.4700012207031</c:v>
                </c:pt>
                <c:pt idx="11">
                  <c:v>234.1699981689453</c:v>
                </c:pt>
                <c:pt idx="12">
                  <c:v>238.8999938964844</c:v>
                </c:pt>
                <c:pt idx="13">
                  <c:v>239.8800048828125</c:v>
                </c:pt>
                <c:pt idx="14">
                  <c:v>240.3699951171875</c:v>
                </c:pt>
                <c:pt idx="15">
                  <c:v>244.6600036621094</c:v>
                </c:pt>
                <c:pt idx="16">
                  <c:v>252.0800018310547</c:v>
                </c:pt>
                <c:pt idx="17">
                  <c:v>251.2200012207031</c:v>
                </c:pt>
                <c:pt idx="18">
                  <c:v>251.6799926757812</c:v>
                </c:pt>
                <c:pt idx="19">
                  <c:v>253.25</c:v>
                </c:pt>
                <c:pt idx="20">
                  <c:v>254.4299926757812</c:v>
                </c:pt>
                <c:pt idx="21">
                  <c:v>253.0399932861328</c:v>
                </c:pt>
                <c:pt idx="22">
                  <c:v>251.6600036621094</c:v>
                </c:pt>
                <c:pt idx="23">
                  <c:v>244.3999938964844</c:v>
                </c:pt>
                <c:pt idx="24">
                  <c:v>247.0700073242188</c:v>
                </c:pt>
                <c:pt idx="25">
                  <c:v>247.8500061035156</c:v>
                </c:pt>
                <c:pt idx="26">
                  <c:v>242.8099975585938</c:v>
                </c:pt>
                <c:pt idx="27">
                  <c:v>240.75</c:v>
                </c:pt>
                <c:pt idx="28">
                  <c:v>245.1499938964844</c:v>
                </c:pt>
                <c:pt idx="29">
                  <c:v>244.4900054931641</c:v>
                </c:pt>
                <c:pt idx="30">
                  <c:v>244.7799987792969</c:v>
                </c:pt>
                <c:pt idx="31">
                  <c:v>248.2700042724609</c:v>
                </c:pt>
                <c:pt idx="32">
                  <c:v>244.9600067138672</c:v>
                </c:pt>
                <c:pt idx="33">
                  <c:v>244.4700012207031</c:v>
                </c:pt>
                <c:pt idx="34">
                  <c:v>241.4299926757812</c:v>
                </c:pt>
                <c:pt idx="35">
                  <c:v>240.2100067138672</c:v>
                </c:pt>
                <c:pt idx="36">
                  <c:v>241.2299957275391</c:v>
                </c:pt>
                <c:pt idx="37">
                  <c:v>247.25</c:v>
                </c:pt>
                <c:pt idx="38">
                  <c:v>251.7700042724609</c:v>
                </c:pt>
                <c:pt idx="39">
                  <c:v>250.7599945068359</c:v>
                </c:pt>
                <c:pt idx="40">
                  <c:v>254.6900024414062</c:v>
                </c:pt>
                <c:pt idx="41">
                  <c:v>254.7400054931641</c:v>
                </c:pt>
                <c:pt idx="42">
                  <c:v>254.3699951171875</c:v>
                </c:pt>
                <c:pt idx="43">
                  <c:v>252.9799957275391</c:v>
                </c:pt>
                <c:pt idx="44">
                  <c:v>256.5799865722656</c:v>
                </c:pt>
                <c:pt idx="45">
                  <c:v>264.8200073242188</c:v>
                </c:pt>
                <c:pt idx="46">
                  <c:v>269.6900024414062</c:v>
                </c:pt>
                <c:pt idx="47">
                  <c:v>267.75</c:v>
                </c:pt>
                <c:pt idx="48">
                  <c:v>291.5899963378906</c:v>
                </c:pt>
                <c:pt idx="49">
                  <c:v>283.2099914550781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208.5399932861328</c:v>
                </c:pt>
                <c:pt idx="1">
                  <c:v>210.5200042724609</c:v>
                </c:pt>
                <c:pt idx="2">
                  <c:v>207.8500061035156</c:v>
                </c:pt>
                <c:pt idx="3">
                  <c:v>208.9100036621094</c:v>
                </c:pt>
                <c:pt idx="4">
                  <c:v>212.2200012207031</c:v>
                </c:pt>
                <c:pt idx="5">
                  <c:v>214.6499938964844</c:v>
                </c:pt>
                <c:pt idx="6">
                  <c:v>211.6799926757812</c:v>
                </c:pt>
                <c:pt idx="7">
                  <c:v>231.3099975585938</c:v>
                </c:pt>
                <c:pt idx="8">
                  <c:v>232.3699951171875</c:v>
                </c:pt>
                <c:pt idx="9">
                  <c:v>235.7599945068359</c:v>
                </c:pt>
                <c:pt idx="10">
                  <c:v>238.1300048828125</c:v>
                </c:pt>
                <c:pt idx="11">
                  <c:v>240.4700012207031</c:v>
                </c:pt>
                <c:pt idx="12">
                  <c:v>241.6600036621094</c:v>
                </c:pt>
                <c:pt idx="13">
                  <c:v>242.25</c:v>
                </c:pt>
                <c:pt idx="14">
                  <c:v>242.0800018310547</c:v>
                </c:pt>
                <c:pt idx="15">
                  <c:v>252.4100036621094</c:v>
                </c:pt>
                <c:pt idx="16">
                  <c:v>253.0399932861328</c:v>
                </c:pt>
                <c:pt idx="17">
                  <c:v>251.6000061035156</c:v>
                </c:pt>
                <c:pt idx="18">
                  <c:v>253.9900054931641</c:v>
                </c:pt>
                <c:pt idx="19">
                  <c:v>256.0</c:v>
                </c:pt>
                <c:pt idx="20">
                  <c:v>255.7799987792969</c:v>
                </c:pt>
                <c:pt idx="21">
                  <c:v>254.3600006103516</c:v>
                </c:pt>
                <c:pt idx="22">
                  <c:v>252.3500061035156</c:v>
                </c:pt>
                <c:pt idx="23">
                  <c:v>246.4900054931641</c:v>
                </c:pt>
                <c:pt idx="24">
                  <c:v>249.4199981689453</c:v>
                </c:pt>
                <c:pt idx="25">
                  <c:v>251.1499938964844</c:v>
                </c:pt>
                <c:pt idx="26">
                  <c:v>243.2899932861328</c:v>
                </c:pt>
                <c:pt idx="27">
                  <c:v>246.3000030517578</c:v>
                </c:pt>
                <c:pt idx="28">
                  <c:v>246.8099975585938</c:v>
                </c:pt>
                <c:pt idx="29">
                  <c:v>246.3000030517578</c:v>
                </c:pt>
                <c:pt idx="30">
                  <c:v>251.3200073242188</c:v>
                </c:pt>
                <c:pt idx="31">
                  <c:v>250.4400024414062</c:v>
                </c:pt>
                <c:pt idx="32">
                  <c:v>246.0099945068359</c:v>
                </c:pt>
                <c:pt idx="33">
                  <c:v>244.7599945068359</c:v>
                </c:pt>
                <c:pt idx="34">
                  <c:v>244.0899963378906</c:v>
                </c:pt>
                <c:pt idx="35">
                  <c:v>244.5</c:v>
                </c:pt>
                <c:pt idx="36">
                  <c:v>247.1199951171875</c:v>
                </c:pt>
                <c:pt idx="37">
                  <c:v>252.1100006103516</c:v>
                </c:pt>
                <c:pt idx="38">
                  <c:v>256.9599914550781</c:v>
                </c:pt>
                <c:pt idx="39">
                  <c:v>254.2200012207031</c:v>
                </c:pt>
                <c:pt idx="40">
                  <c:v>257.3299865722656</c:v>
                </c:pt>
                <c:pt idx="41">
                  <c:v>254.8800048828125</c:v>
                </c:pt>
                <c:pt idx="42">
                  <c:v>256.3599853515625</c:v>
                </c:pt>
                <c:pt idx="43">
                  <c:v>255.0399932861328</c:v>
                </c:pt>
                <c:pt idx="44">
                  <c:v>261.6799926757812</c:v>
                </c:pt>
                <c:pt idx="45">
                  <c:v>270.1400146484375</c:v>
                </c:pt>
                <c:pt idx="46">
                  <c:v>270.7300109863281</c:v>
                </c:pt>
                <c:pt idx="47">
                  <c:v>275.3399963378906</c:v>
                </c:pt>
                <c:pt idx="48">
                  <c:v>291.5899963378906</c:v>
                </c:pt>
                <c:pt idx="49">
                  <c:v>286.0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222.7899932861328</c:v>
                </c:pt>
                <c:pt idx="1">
                  <c:v>227.3500061035156</c:v>
                </c:pt>
                <c:pt idx="2">
                  <c:v>227.1100006103516</c:v>
                </c:pt>
                <c:pt idx="3">
                  <c:v>228.5700073242188</c:v>
                </c:pt>
                <c:pt idx="4">
                  <c:v>229.0099945068359</c:v>
                </c:pt>
                <c:pt idx="5">
                  <c:v>231.3200073242188</c:v>
                </c:pt>
                <c:pt idx="6">
                  <c:v>223.5200042724609</c:v>
                </c:pt>
                <c:pt idx="7">
                  <c:v>225.2100067138672</c:v>
                </c:pt>
                <c:pt idx="8">
                  <c:v>231.1900024414062</c:v>
                </c:pt>
                <c:pt idx="9">
                  <c:v>235.1900024414062</c:v>
                </c:pt>
                <c:pt idx="10">
                  <c:v>234.9400024414062</c:v>
                </c:pt>
                <c:pt idx="11">
                  <c:v>236.3600006103516</c:v>
                </c:pt>
                <c:pt idx="12">
                  <c:v>237.5200042724609</c:v>
                </c:pt>
                <c:pt idx="13">
                  <c:v>231.4900054931641</c:v>
                </c:pt>
                <c:pt idx="14">
                  <c:v>230.3500061035156</c:v>
                </c:pt>
                <c:pt idx="15">
                  <c:v>230.6300048828125</c:v>
                </c:pt>
                <c:pt idx="16">
                  <c:v>232.9400024414062</c:v>
                </c:pt>
                <c:pt idx="17">
                  <c:v>233.7700042724609</c:v>
                </c:pt>
                <c:pt idx="18">
                  <c:v>232.5</c:v>
                </c:pt>
                <c:pt idx="19">
                  <c:v>232.3699951171875</c:v>
                </c:pt>
                <c:pt idx="20">
                  <c:v>230.5599975585938</c:v>
                </c:pt>
                <c:pt idx="21">
                  <c:v>227.8300018310547</c:v>
                </c:pt>
                <c:pt idx="22">
                  <c:v>224.1499938964844</c:v>
                </c:pt>
                <c:pt idx="23">
                  <c:v>220.0599975585938</c:v>
                </c:pt>
                <c:pt idx="24">
                  <c:v>219.0800018310547</c:v>
                </c:pt>
                <c:pt idx="25">
                  <c:v>220.0800018310547</c:v>
                </c:pt>
                <c:pt idx="26">
                  <c:v>222.0299987792969</c:v>
                </c:pt>
                <c:pt idx="27">
                  <c:v>217.3600006103516</c:v>
                </c:pt>
                <c:pt idx="28">
                  <c:v>221.0099945068359</c:v>
                </c:pt>
                <c:pt idx="29">
                  <c:v>223.4400024414062</c:v>
                </c:pt>
                <c:pt idx="30">
                  <c:v>221.0</c:v>
                </c:pt>
                <c:pt idx="31">
                  <c:v>220.8800048828125</c:v>
                </c:pt>
                <c:pt idx="32">
                  <c:v>222.9199981689453</c:v>
                </c:pt>
                <c:pt idx="33">
                  <c:v>225.0</c:v>
                </c:pt>
                <c:pt idx="34">
                  <c:v>226.2100067138672</c:v>
                </c:pt>
                <c:pt idx="35">
                  <c:v>217.6999969482422</c:v>
                </c:pt>
                <c:pt idx="36">
                  <c:v>215.5599975585938</c:v>
                </c:pt>
                <c:pt idx="37">
                  <c:v>216.6199951171875</c:v>
                </c:pt>
                <c:pt idx="38">
                  <c:v>215.6699981689453</c:v>
                </c:pt>
                <c:pt idx="39">
                  <c:v>214.5599975585938</c:v>
                </c:pt>
                <c:pt idx="40">
                  <c:v>213.8800048828125</c:v>
                </c:pt>
                <c:pt idx="41">
                  <c:v>218.4299926757812</c:v>
                </c:pt>
                <c:pt idx="42">
                  <c:v>219.3000030517578</c:v>
                </c:pt>
                <c:pt idx="43">
                  <c:v>219.0</c:v>
                </c:pt>
                <c:pt idx="44">
                  <c:v>221.9700012207031</c:v>
                </c:pt>
                <c:pt idx="45">
                  <c:v>227.6600036621094</c:v>
                </c:pt>
                <c:pt idx="46">
                  <c:v>228.2200012207031</c:v>
                </c:pt>
                <c:pt idx="47">
                  <c:v>231.6699981689453</c:v>
                </c:pt>
                <c:pt idx="48">
                  <c:v>227.0599975585938</c:v>
                </c:pt>
                <c:pt idx="49">
                  <c:v>250.1000061035156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229.1399993896484</c:v>
                </c:pt>
                <c:pt idx="1">
                  <c:v>229.6000061035156</c:v>
                </c:pt>
                <c:pt idx="2">
                  <c:v>229.0</c:v>
                </c:pt>
                <c:pt idx="3">
                  <c:v>229.8699951171875</c:v>
                </c:pt>
                <c:pt idx="4">
                  <c:v>232.7100067138672</c:v>
                </c:pt>
                <c:pt idx="5">
                  <c:v>231.8099975585938</c:v>
                </c:pt>
                <c:pt idx="6">
                  <c:v>226.1699981689453</c:v>
                </c:pt>
                <c:pt idx="7">
                  <c:v>227.1699981689453</c:v>
                </c:pt>
                <c:pt idx="8">
                  <c:v>235.7700042724609</c:v>
                </c:pt>
                <c:pt idx="9">
                  <c:v>236.0</c:v>
                </c:pt>
                <c:pt idx="10">
                  <c:v>237.6000061035156</c:v>
                </c:pt>
                <c:pt idx="11">
                  <c:v>238.8500061035156</c:v>
                </c:pt>
                <c:pt idx="12">
                  <c:v>237.6799926757812</c:v>
                </c:pt>
                <c:pt idx="13">
                  <c:v>231.5299987792969</c:v>
                </c:pt>
                <c:pt idx="14">
                  <c:v>230.7899932861328</c:v>
                </c:pt>
                <c:pt idx="15">
                  <c:v>233.7299957275391</c:v>
                </c:pt>
                <c:pt idx="16">
                  <c:v>235.8999938964844</c:v>
                </c:pt>
                <c:pt idx="17">
                  <c:v>234.3000030517578</c:v>
                </c:pt>
                <c:pt idx="18">
                  <c:v>233.4799957275391</c:v>
                </c:pt>
                <c:pt idx="19">
                  <c:v>234.1600036621094</c:v>
                </c:pt>
                <c:pt idx="20">
                  <c:v>230.5700073242188</c:v>
                </c:pt>
                <c:pt idx="21">
                  <c:v>227.8600006103516</c:v>
                </c:pt>
                <c:pt idx="22">
                  <c:v>224.5599975585938</c:v>
                </c:pt>
                <c:pt idx="23">
                  <c:v>220.6699981689453</c:v>
                </c:pt>
                <c:pt idx="24">
                  <c:v>221.0500030517578</c:v>
                </c:pt>
                <c:pt idx="25">
                  <c:v>222.6000061035156</c:v>
                </c:pt>
                <c:pt idx="26">
                  <c:v>222.2400054931641</c:v>
                </c:pt>
                <c:pt idx="27">
                  <c:v>222.1499938964844</c:v>
                </c:pt>
                <c:pt idx="28">
                  <c:v>222.8099975585938</c:v>
                </c:pt>
                <c:pt idx="29">
                  <c:v>224.1999969482422</c:v>
                </c:pt>
                <c:pt idx="30">
                  <c:v>221.7299957275391</c:v>
                </c:pt>
                <c:pt idx="31">
                  <c:v>222.8899993896484</c:v>
                </c:pt>
                <c:pt idx="32">
                  <c:v>226.7299957275391</c:v>
                </c:pt>
                <c:pt idx="33">
                  <c:v>228.2100067138672</c:v>
                </c:pt>
                <c:pt idx="34">
                  <c:v>228.25</c:v>
                </c:pt>
                <c:pt idx="35">
                  <c:v>220.6799926757812</c:v>
                </c:pt>
                <c:pt idx="36">
                  <c:v>219.3200073242188</c:v>
                </c:pt>
                <c:pt idx="37">
                  <c:v>217.7100067138672</c:v>
                </c:pt>
                <c:pt idx="38">
                  <c:v>218.5899963378906</c:v>
                </c:pt>
                <c:pt idx="39">
                  <c:v>214.8000030517578</c:v>
                </c:pt>
                <c:pt idx="40">
                  <c:v>216.6900024414062</c:v>
                </c:pt>
                <c:pt idx="41">
                  <c:v>223.3200073242188</c:v>
                </c:pt>
                <c:pt idx="42">
                  <c:v>220.0099945068359</c:v>
                </c:pt>
                <c:pt idx="43">
                  <c:v>221.3000030517578</c:v>
                </c:pt>
                <c:pt idx="44">
                  <c:v>225.3999938964844</c:v>
                </c:pt>
                <c:pt idx="45">
                  <c:v>228.3999938964844</c:v>
                </c:pt>
                <c:pt idx="46">
                  <c:v>231.4900054931641</c:v>
                </c:pt>
                <c:pt idx="47">
                  <c:v>232.8200073242188</c:v>
                </c:pt>
                <c:pt idx="48">
                  <c:v>228.4400024414062</c:v>
                </c:pt>
                <c:pt idx="49">
                  <c:v>250.5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321.6600036621094</c:v>
                </c:pt>
                <c:pt idx="1">
                  <c:v>338.8999938964844</c:v>
                </c:pt>
                <c:pt idx="2">
                  <c:v>344.9299926757812</c:v>
                </c:pt>
                <c:pt idx="3">
                  <c:v>351.9400024414062</c:v>
                </c:pt>
                <c:pt idx="4">
                  <c:v>350.9100036621094</c:v>
                </c:pt>
                <c:pt idx="5">
                  <c:v>347.2300109863281</c:v>
                </c:pt>
                <c:pt idx="6">
                  <c:v>328.2300109863281</c:v>
                </c:pt>
                <c:pt idx="7">
                  <c:v>335.2000122070312</c:v>
                </c:pt>
                <c:pt idx="8">
                  <c:v>336.1499938964844</c:v>
                </c:pt>
                <c:pt idx="9">
                  <c:v>348.0</c:v>
                </c:pt>
                <c:pt idx="10">
                  <c:v>354.6400146484375</c:v>
                </c:pt>
                <c:pt idx="11">
                  <c:v>348.4400024414062</c:v>
                </c:pt>
                <c:pt idx="12">
                  <c:v>350.5499877929688</c:v>
                </c:pt>
                <c:pt idx="13">
                  <c:v>350.1700134277344</c:v>
                </c:pt>
                <c:pt idx="14">
                  <c:v>370.9400024414062</c:v>
                </c:pt>
                <c:pt idx="15">
                  <c:v>423.1300048828125</c:v>
                </c:pt>
                <c:pt idx="16">
                  <c:v>414.5</c:v>
                </c:pt>
                <c:pt idx="17">
                  <c:v>415.75</c:v>
                </c:pt>
                <c:pt idx="18">
                  <c:v>428.8699951171875</c:v>
                </c:pt>
                <c:pt idx="19">
                  <c:v>421.8200073242188</c:v>
                </c:pt>
                <c:pt idx="20">
                  <c:v>431.1099853515625</c:v>
                </c:pt>
                <c:pt idx="21">
                  <c:v>439.8800048828125</c:v>
                </c:pt>
                <c:pt idx="22">
                  <c:v>429.8299865722656</c:v>
                </c:pt>
                <c:pt idx="23">
                  <c:v>435.239990234375</c:v>
                </c:pt>
                <c:pt idx="24">
                  <c:v>428.2999877929688</c:v>
                </c:pt>
                <c:pt idx="25">
                  <c:v>444.3500061035156</c:v>
                </c:pt>
                <c:pt idx="26">
                  <c:v>441.5199890136719</c:v>
                </c:pt>
                <c:pt idx="27">
                  <c:v>443.7999877929688</c:v>
                </c:pt>
                <c:pt idx="28">
                  <c:v>470.5400085449219</c:v>
                </c:pt>
                <c:pt idx="29">
                  <c:v>443.2900085449219</c:v>
                </c:pt>
                <c:pt idx="30">
                  <c:v>440.75</c:v>
                </c:pt>
                <c:pt idx="31">
                  <c:v>447.8200073242188</c:v>
                </c:pt>
                <c:pt idx="32">
                  <c:v>437.5700073242188</c:v>
                </c:pt>
                <c:pt idx="33">
                  <c:v>431.8099975585938</c:v>
                </c:pt>
                <c:pt idx="34">
                  <c:v>436.5400085449219</c:v>
                </c:pt>
                <c:pt idx="35">
                  <c:v>423.5299987792969</c:v>
                </c:pt>
                <c:pt idx="36">
                  <c:v>426.7900085449219</c:v>
                </c:pt>
                <c:pt idx="37">
                  <c:v>434.8999938964844</c:v>
                </c:pt>
                <c:pt idx="38">
                  <c:v>434.7300109863281</c:v>
                </c:pt>
                <c:pt idx="39">
                  <c:v>425.5</c:v>
                </c:pt>
                <c:pt idx="40">
                  <c:v>443.8699951171875</c:v>
                </c:pt>
                <c:pt idx="41">
                  <c:v>445.760009765625</c:v>
                </c:pt>
                <c:pt idx="42">
                  <c:v>443.4500122070312</c:v>
                </c:pt>
                <c:pt idx="43">
                  <c:v>420.0</c:v>
                </c:pt>
                <c:pt idx="44">
                  <c:v>446.8299865722656</c:v>
                </c:pt>
                <c:pt idx="45">
                  <c:v>439.9800109863281</c:v>
                </c:pt>
                <c:pt idx="46">
                  <c:v>454.7799987792969</c:v>
                </c:pt>
                <c:pt idx="47">
                  <c:v>462.5</c:v>
                </c:pt>
                <c:pt idx="48">
                  <c:v>451.0499877929688</c:v>
                </c:pt>
                <c:pt idx="49">
                  <c:v>446.75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340.25</c:v>
                </c:pt>
                <c:pt idx="1">
                  <c:v>349.5299987792969</c:v>
                </c:pt>
                <c:pt idx="2">
                  <c:v>351.8999938964844</c:v>
                </c:pt>
                <c:pt idx="3">
                  <c:v>355.3900146484375</c:v>
                </c:pt>
                <c:pt idx="4">
                  <c:v>353.5499877929688</c:v>
                </c:pt>
                <c:pt idx="5">
                  <c:v>348.75</c:v>
                </c:pt>
                <c:pt idx="6">
                  <c:v>333.3299865722656</c:v>
                </c:pt>
                <c:pt idx="7">
                  <c:v>343.3299865722656</c:v>
                </c:pt>
                <c:pt idx="8">
                  <c:v>338.8900146484375</c:v>
                </c:pt>
                <c:pt idx="9">
                  <c:v>355.8699951171875</c:v>
                </c:pt>
                <c:pt idx="10">
                  <c:v>358.4400024414062</c:v>
                </c:pt>
                <c:pt idx="11">
                  <c:v>350.7699890136719</c:v>
                </c:pt>
                <c:pt idx="12">
                  <c:v>356.3299865722656</c:v>
                </c:pt>
                <c:pt idx="13">
                  <c:v>368.989990234375</c:v>
                </c:pt>
                <c:pt idx="14">
                  <c:v>396.6900024414062</c:v>
                </c:pt>
                <c:pt idx="15">
                  <c:v>425.7000122070312</c:v>
                </c:pt>
                <c:pt idx="16">
                  <c:v>423.25</c:v>
                </c:pt>
                <c:pt idx="17">
                  <c:v>428.3099975585938</c:v>
                </c:pt>
                <c:pt idx="18">
                  <c:v>432.2200012207031</c:v>
                </c:pt>
                <c:pt idx="19">
                  <c:v>429.4700012207031</c:v>
                </c:pt>
                <c:pt idx="20">
                  <c:v>444.9800109863281</c:v>
                </c:pt>
                <c:pt idx="21">
                  <c:v>440.9700012207031</c:v>
                </c:pt>
                <c:pt idx="22">
                  <c:v>444.2099914550781</c:v>
                </c:pt>
                <c:pt idx="23">
                  <c:v>435.3500061035156</c:v>
                </c:pt>
                <c:pt idx="24">
                  <c:v>440.4700012207031</c:v>
                </c:pt>
                <c:pt idx="25">
                  <c:v>450.9800109863281</c:v>
                </c:pt>
                <c:pt idx="26">
                  <c:v>445.0</c:v>
                </c:pt>
                <c:pt idx="27">
                  <c:v>462.2900085449219</c:v>
                </c:pt>
                <c:pt idx="28">
                  <c:v>470.75</c:v>
                </c:pt>
                <c:pt idx="29">
                  <c:v>446.7699890136719</c:v>
                </c:pt>
                <c:pt idx="30">
                  <c:v>453.5499877929688</c:v>
                </c:pt>
                <c:pt idx="31">
                  <c:v>452.6799926757812</c:v>
                </c:pt>
                <c:pt idx="32">
                  <c:v>441.3299865722656</c:v>
                </c:pt>
                <c:pt idx="33">
                  <c:v>436.3500061035156</c:v>
                </c:pt>
                <c:pt idx="34">
                  <c:v>443.1300048828125</c:v>
                </c:pt>
                <c:pt idx="35">
                  <c:v>436.8900146484375</c:v>
                </c:pt>
                <c:pt idx="36">
                  <c:v>434.2000122070312</c:v>
                </c:pt>
                <c:pt idx="37">
                  <c:v>440.510009765625</c:v>
                </c:pt>
                <c:pt idx="38">
                  <c:v>439.3500061035156</c:v>
                </c:pt>
                <c:pt idx="39">
                  <c:v>441.4599914550781</c:v>
                </c:pt>
                <c:pt idx="40">
                  <c:v>449.7999877929688</c:v>
                </c:pt>
                <c:pt idx="41">
                  <c:v>449.2999877929688</c:v>
                </c:pt>
                <c:pt idx="42">
                  <c:v>445.5400085449219</c:v>
                </c:pt>
                <c:pt idx="43">
                  <c:v>449.3999938964844</c:v>
                </c:pt>
                <c:pt idx="44">
                  <c:v>451.6799926757812</c:v>
                </c:pt>
                <c:pt idx="45">
                  <c:v>460.1600036621094</c:v>
                </c:pt>
                <c:pt idx="46">
                  <c:v>467.0</c:v>
                </c:pt>
                <c:pt idx="47">
                  <c:v>465.7000122070312</c:v>
                </c:pt>
                <c:pt idx="48">
                  <c:v>455.0599975585938</c:v>
                </c:pt>
                <c:pt idx="49">
                  <c:v>458.0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Multi-Company 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from 41 sheets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MarketCap by Ticker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