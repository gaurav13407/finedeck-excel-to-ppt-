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numFmt formatCode="0%" sourceLinked="0"/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Portfolio Allocation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with Chart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Value by Asset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AAPL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AAPL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USA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TSLA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TSLA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Auto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USA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TCS.NS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TCS.NS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India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BTC-USD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BTC-USD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Crypto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Global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ETH-USD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ETH-USD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Crypto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Global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