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Multi-Company Financial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from 10 sheets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