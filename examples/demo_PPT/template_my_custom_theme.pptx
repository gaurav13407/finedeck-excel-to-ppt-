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8B0000"/>
              </a:solidFill>
            </c:spPr>
          </c:dPt>
          <c:dPt>
            <c:idx val="1"/>
            <c:spPr>
              <a:solidFill>
                <a:srgbClr val="DC143C"/>
              </a:solidFill>
            </c:spPr>
          </c:dPt>
          <c:dPt>
            <c:idx val="2"/>
            <c:spPr>
              <a:solidFill>
                <a:srgbClr val="FF6347"/>
              </a:solidFill>
            </c:spPr>
          </c:dPt>
          <c:dPt>
            <c:idx val="3"/>
            <c:spPr>
              <a:solidFill>
                <a:srgbClr val="FFA07A"/>
              </a:solidFill>
            </c:spPr>
          </c:dPt>
          <c:dPt>
            <c:idx val="4"/>
            <c:spPr>
              <a:solidFill>
                <a:srgbClr val="FFB6C1"/>
              </a:solidFill>
            </c:spPr>
          </c:dPt>
          <c:cat>
            <c:strRef>
              <c:f>Sheet1!$A$2:$A$6</c:f>
              <c:strCache>
                <c:ptCount val="5"/>
                <c:pt idx="0">
                  <c:v>AAPL</c:v>
                </c:pt>
                <c:pt idx="1">
                  <c:v>TSLA</c:v>
                </c:pt>
                <c:pt idx="2">
                  <c:v>TCS.NS</c:v>
                </c:pt>
                <c:pt idx="3">
                  <c:v>BTC-USD</c:v>
                </c:pt>
                <c:pt idx="4">
                  <c:v>ETH-USD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10000</c:v>
                </c:pt>
                <c:pt idx="3">
                  <c:v>8000</c:v>
                </c:pt>
                <c:pt idx="4">
                  <c:v>5000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788"/>
                </a:solidFill>
              </a:defRPr>
            </a:pPr>
            <a:r>
              <a:t>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666666"/>
                </a:solidFill>
              </a:defRPr>
            </a:pPr>
            <a:r>
              <a:t>Using My Custom Business Theme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788"/>
                </a:solidFill>
              </a:defRPr>
            </a:pPr>
            <a:r>
              <a:t>Financial Data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029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0" y="1097280"/>
          <a:ext cx="3200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Sector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F478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AAPL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USA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TSLA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USA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TCS.NS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India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BTC-USD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Crypto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Global</a:t>
                      </a:r>
                    </a:p>
                  </a:txBody>
                  <a:tcPr>
                    <a:solidFill>
                      <a:srgbClr val="F2F7F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ETH-USD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