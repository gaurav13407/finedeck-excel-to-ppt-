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495057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6C757D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868E9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95057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($25/month)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Revenue Grows 60% to $160,000 in 2024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