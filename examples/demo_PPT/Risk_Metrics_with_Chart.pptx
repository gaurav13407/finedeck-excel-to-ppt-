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Max Drawdown</c:v>
                </c:pt>
                <c:pt idx="1">
                  <c:v>Beta</c:v>
                </c:pt>
                <c:pt idx="2">
                  <c:v>Sortino</c:v>
                </c:pt>
                <c:pt idx="3">
                  <c:v>Sharpe Ratio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1.05</c:v>
                </c:pt>
                <c:pt idx="2">
                  <c:v>1.8</c:v>
                </c:pt>
                <c:pt idx="3">
                  <c:v>2.1</c:v>
                </c:pt>
              </c:numCache>
            </c:numRef>
          </c:val>
        </c:ser>
        <c:dLbls>
          <c:numFmt formatCode="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Risk Metrics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Automatic Chart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Value by Metric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Sharpe Ratio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Sharpe Ratio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Sortino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 Drawdown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Drawdown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