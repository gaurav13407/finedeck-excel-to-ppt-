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AAPL</c:v>
                </c:pt>
                <c:pt idx="1">
                  <c:v>TSLA</c:v>
                </c:pt>
                <c:pt idx="2">
                  <c:v>TCS.NS</c:v>
                </c:pt>
                <c:pt idx="3">
                  <c:v>BTC-USD</c:v>
                </c:pt>
                <c:pt idx="4">
                  <c:v>ETH-USD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20000</c:v>
                </c:pt>
                <c:pt idx="1">
                  <c:v>15000</c:v>
                </c:pt>
                <c:pt idx="2">
                  <c:v>10000</c:v>
                </c:pt>
                <c:pt idx="3">
                  <c:v>8000</c:v>
                </c:pt>
                <c:pt idx="4">
                  <c:v>5000</c:v>
                </c:pt>
              </c:numCache>
            </c:numRef>
          </c:val>
        </c:ser>
        <c:dLbls>
          <c:numFmt formatCode="0%" sourceLinked="0"/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Max Drawdown</c:v>
                </c:pt>
                <c:pt idx="1">
                  <c:v>Beta</c:v>
                </c:pt>
                <c:pt idx="2">
                  <c:v>Sortino</c:v>
                </c:pt>
                <c:pt idx="3">
                  <c:v>Sharpe Ratio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0.18</c:v>
                </c:pt>
                <c:pt idx="1">
                  <c:v>1.05</c:v>
                </c:pt>
                <c:pt idx="2">
                  <c:v>1.8</c:v>
                </c:pt>
                <c:pt idx="3">
                  <c:v>2.1</c:v>
                </c:pt>
              </c:numCache>
            </c:numRef>
          </c:val>
        </c:ser>
        <c:dLbls>
          <c:numFmt formatCode="#,##0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100000</c:v>
                </c:pt>
                <c:pt idx="1">
                  <c:v>120000</c:v>
                </c:pt>
                <c:pt idx="2">
                  <c:v>140000</c:v>
                </c:pt>
                <c:pt idx="3">
                  <c:v>160000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70000</c:v>
                </c:pt>
                <c:pt idx="1">
                  <c:v>80000</c:v>
                </c:pt>
                <c:pt idx="2">
                  <c:v>95000</c:v>
                </c:pt>
                <c:pt idx="3">
                  <c:v>110000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Profit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30000</c:v>
                </c:pt>
                <c:pt idx="1">
                  <c:v>40000</c:v>
                </c:pt>
                <c:pt idx="2">
                  <c:v>45000</c:v>
                </c:pt>
                <c:pt idx="3">
                  <c:v>50000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100000</c:v>
                </c:pt>
                <c:pt idx="1">
                  <c:v>120000</c:v>
                </c:pt>
                <c:pt idx="2">
                  <c:v>140000</c:v>
                </c:pt>
                <c:pt idx="3">
                  <c:v>160000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70000</c:v>
                </c:pt>
                <c:pt idx="1">
                  <c:v>80000</c:v>
                </c:pt>
                <c:pt idx="2">
                  <c:v>95000</c:v>
                </c:pt>
                <c:pt idx="3">
                  <c:v>110000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Profit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30000</c:v>
                </c:pt>
                <c:pt idx="1">
                  <c:v>40000</c:v>
                </c:pt>
                <c:pt idx="2">
                  <c:v>45000</c:v>
                </c:pt>
                <c:pt idx="3">
                  <c:v>50000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FinDeck Chart Demo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Intelligent Chart Detection &amp; Generation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Value by Asset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09728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Value by Metric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09728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Trend of Revenue, Cost, Profit over Quarter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09728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Trend of Revenue, Cost, Profit over Quarter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09728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