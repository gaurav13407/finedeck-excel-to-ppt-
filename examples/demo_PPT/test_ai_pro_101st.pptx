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25400">
              <a:solidFill>
                <a:srgbClr val="0F5132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100000</c:v>
                </c:pt>
                <c:pt idx="1">
                  <c:v>120000</c:v>
                </c:pt>
                <c:pt idx="2">
                  <c:v>140000</c:v>
                </c:pt>
                <c:pt idx="3">
                  <c:v>160000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spPr>
            <a:ln w="25400">
              <a:solidFill>
                <a:srgbClr val="198754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70000</c:v>
                </c:pt>
                <c:pt idx="1">
                  <c:v>80000</c:v>
                </c:pt>
                <c:pt idx="2">
                  <c:v>95000</c:v>
                </c:pt>
                <c:pt idx="3">
                  <c:v>110000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Profit</c:v>
                </c:pt>
              </c:strCache>
            </c:strRef>
          </c:tx>
          <c:spPr>
            <a:ln w="25400">
              <a:solidFill>
                <a:srgbClr val="20C997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30000</c:v>
                </c:pt>
                <c:pt idx="1">
                  <c:v>40000</c:v>
                </c:pt>
                <c:pt idx="2">
                  <c:v>45000</c:v>
                </c:pt>
                <c:pt idx="3">
                  <c:v>50000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F5132"/>
                </a:solidFill>
              </a:rPr>
              <a:t>Sample_pnl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Pro ($99/month)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Profit Grows 66.7% to $50,000 in Q4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5029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Revenue growth rate is 60% outpacing cost growth</a:t>
            </a:r>
          </a:p>
          <a:p>
            <a:pPr>
              <a:defRPr sz="1200"/>
            </a:pPr>
            <a:r>
              <a:t>• Profit increases by 66.7% in one year</a:t>
            </a:r>
          </a:p>
          <a:p>
            <a:pPr>
              <a:defRPr sz="1200"/>
            </a:pPr>
            <a:r>
              <a:t>• Q4 has highest revenue at 160000</a:t>
            </a:r>
          </a:p>
          <a:p>
            <a:pPr>
              <a:defRPr sz="1200"/>
            </a:pPr>
            <a:r>
              <a:t>• Cost growth is 57.1% slower than revenue</a:t>
            </a:r>
          </a:p>
          <a:p>
            <a:pPr>
              <a:defRPr sz="1200"/>
            </a:pPr>
            <a:r>
              <a:t>• Profit margin increases by 6.7% annually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Revenue growth reached 60% over the four quarters, with a notable increase in profit by 66.7% to a maximum of $50,000. The cost growth of 57.1% was outpaced by revenue, indicating effective cost management and operational efficiency. This strong top-line performance, with a mean revenue of $130,000, positions the company for continued expansion and improved profitability.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