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6F-44AB-9460-8BB3C06015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6F-44AB-9460-8BB3C06015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6F-44AB-9460-8BB3C0601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Profit &amp; Loss Trend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Analysis with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Q1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Q2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Q3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Q4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Trend of Revenue, Cost, Profit over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Profit &amp; Loss Trend</vt:lpstr>
      <vt:lpstr>Q1 2024</vt:lpstr>
      <vt:lpstr>Q2 2024</vt:lpstr>
      <vt:lpstr>Q3 2024</vt:lpstr>
      <vt:lpstr>Q4 2024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Joshi</cp:lastModifiedBy>
  <cp:revision>2</cp:revision>
  <dcterms:created xsi:type="dcterms:W3CDTF">2013-01-27T09:14:16Z</dcterms:created>
  <dcterms:modified xsi:type="dcterms:W3CDTF">2025-11-01T05:05:34Z</dcterms:modified>
  <cp:category/>
</cp:coreProperties>
</file>