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0F513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>
              <a:solidFill>
                <a:srgbClr val="19875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20C997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F5132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Pro ($99/month)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Revenue Grows 60% to $160,000 in 2024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Revenue growth rate is 60% outpacing cost and profit</a:t>
            </a:r>
          </a:p>
          <a:p>
            <a:pPr>
              <a:defRPr sz="1200"/>
            </a:pPr>
            <a:r>
              <a:t>• Cost increased by 57% across all quarters consistently</a:t>
            </a:r>
          </a:p>
          <a:p>
            <a:pPr>
              <a:defRPr sz="1200"/>
            </a:pPr>
            <a:r>
              <a:t>• Profit grew 66% with Q4 being the best performer</a:t>
            </a:r>
          </a:p>
          <a:p>
            <a:pPr>
              <a:defRPr sz="1200"/>
            </a:pPr>
            <a:r>
              <a:t>• Revenue to cost ratio improved by 3% this year</a:t>
            </a:r>
          </a:p>
          <a:p>
            <a:pPr>
              <a:defRPr sz="1200"/>
            </a:pPr>
            <a:r>
              <a:t>• Q4 profit exceeded $50,000 target with 50000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Revenue growth reached 60% over the four quarters, with a notable increase from $100,000 in Q1 2024 to $160,000 in Q4 2024. The profit margin showed a significant improvement, with a 66.7% growth rate, outpacing the 57.1% growth in costs. This trend indicates a strong operational efficiency, with the company's average profit rising to $41,250, suggesting a positive outlook for future financial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