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0F513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19875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20C997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F5132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 ($49/month)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Revenue Grows 60% to $160,000 in Q4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