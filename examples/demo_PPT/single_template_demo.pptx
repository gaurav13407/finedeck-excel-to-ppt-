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spPr>
              <a:solidFill>
                <a:srgbClr val="0F5132"/>
              </a:solidFill>
            </c:spPr>
          </c:dPt>
          <c:dPt>
            <c:idx val="1"/>
            <c:spPr>
              <a:solidFill>
                <a:srgbClr val="198754"/>
              </a:solidFill>
            </c:spPr>
          </c:dPt>
          <c:dPt>
            <c:idx val="2"/>
            <c:spPr>
              <a:solidFill>
                <a:srgbClr val="20C997"/>
              </a:solidFill>
            </c:spPr>
          </c:dPt>
          <c:dPt>
            <c:idx val="3"/>
            <c:spPr>
              <a:solidFill>
                <a:srgbClr val="6FCF97"/>
              </a:solidFill>
            </c:spPr>
          </c:dPt>
          <c:dPt>
            <c:idx val="4"/>
            <c:spPr>
              <a:solidFill>
                <a:srgbClr val="28A745"/>
              </a:solidFill>
            </c:spPr>
          </c:dPt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TSLA</c:v>
                </c:pt>
                <c:pt idx="2">
                  <c:v>TCS.NS</c:v>
                </c:pt>
                <c:pt idx="3">
                  <c:v>BTC-USD</c:v>
                </c:pt>
                <c:pt idx="4">
                  <c:v>ETH-USD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15000</c:v>
                </c:pt>
                <c:pt idx="2">
                  <c:v>10000</c:v>
                </c:pt>
                <c:pt idx="3">
                  <c:v>8000</c:v>
                </c:pt>
                <c:pt idx="4">
                  <c:v>5000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F5132"/>
                </a:solidFill>
              </a:defRPr>
            </a:pPr>
            <a:r>
              <a:t>Financial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6C757D"/>
                </a:solidFill>
              </a:defRPr>
            </a:pPr>
            <a:r>
              <a:t>Using Financial Green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5132"/>
                </a:solidFill>
              </a:defRPr>
            </a:pPr>
            <a:r>
              <a:t>Financial Data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0" y="1097280"/>
          <a:ext cx="3200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</a:tblGrid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Sector</a:t>
                      </a:r>
                    </a:p>
                  </a:txBody>
                  <a:tcPr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0F51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AAPL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USA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TSLA</a:t>
                      </a:r>
                    </a:p>
                  </a:txBody>
                  <a:tcPr>
                    <a:solidFill>
                      <a:srgbClr val="E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Auto</a:t>
                      </a:r>
                    </a:p>
                  </a:txBody>
                  <a:tcPr>
                    <a:solidFill>
                      <a:srgbClr val="E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USA</a:t>
                      </a:r>
                    </a:p>
                  </a:txBody>
                  <a:tcPr>
                    <a:solidFill>
                      <a:srgbClr val="E7F5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TCS.NS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India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BTC-USD</a:t>
                      </a:r>
                    </a:p>
                  </a:txBody>
                  <a:tcPr>
                    <a:solidFill>
                      <a:srgbClr val="E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Crypto</a:t>
                      </a:r>
                    </a:p>
                  </a:txBody>
                  <a:tcPr>
                    <a:solidFill>
                      <a:srgbClr val="E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Global</a:t>
                      </a:r>
                    </a:p>
                  </a:txBody>
                  <a:tcPr>
                    <a:solidFill>
                      <a:srgbClr val="E7F5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ETH-USD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Crypto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