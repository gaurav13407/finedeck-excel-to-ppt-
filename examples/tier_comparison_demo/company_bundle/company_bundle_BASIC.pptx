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95057"/>
                </a:solidFill>
              </a:rPr>
              <a:t>company_bundle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Basic ($25/month)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95057"/>
                </a:solidFill>
              </a:defRPr>
            </a:pPr>
            <a:r>
              <a:t>SummaryAnalysis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95057"/>
                </a:solidFill>
              </a:defRPr>
            </a:pPr>
            <a:r>
              <a:t>AAPL_PricesAnalysis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95057"/>
                </a:solidFill>
              </a:defRPr>
            </a:pPr>
            <a:r>
              <a:t>AAPL_Income_AAnalysis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95057"/>
                </a:solidFill>
              </a:defRPr>
            </a:pPr>
            <a:r>
              <a:t>AAPL_BS_AAnalysis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