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95057"/>
                </a:solidFill>
              </a:rPr>
              <a:t>company_bundle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Basic ($25/month)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95057"/>
                </a:solidFill>
              </a:defRPr>
            </a:pPr>
            <a:r>
              <a:t>Trailing PE Grows 762.8% to $89.6 Average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95057"/>
                </a:solidFill>
              </a:defRPr>
            </a:pPr>
            <a:r>
              <a:t>AAPL Prices Soar 155.5% in Growth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95057"/>
                </a:solidFill>
              </a:defRPr>
            </a:pPr>
            <a:r>
              <a:t>Operating Income Peaks at $123.2B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95057"/>
                </a:solidFill>
              </a:defRPr>
            </a:pPr>
            <a:r>
              <a:t>Debt Soars 28% to $136.5B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