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F5132"/>
                </a:solidFill>
              </a:rPr>
              <a:t>company_bundle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 ($49/month)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Trailing PE Grows 762.8% on Average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Apple Stock Grows 155.5% in Adjusted Close Price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AAPL Operating Income Hits $1.23B Peak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Debt Soars 28% to $136.5B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AAPL_CF_A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Total Operating Income Peaks at $42.8B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Apple's Total Debt Reaches $101.7 Billion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Receivables Growth Soars 704.7% to $2.06B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Microsoft Stock Grows 158.9% in Value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EBITDA Reaches $1.6B with 64,420% Growth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MSFT_BS_A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MSFT_CF_A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Net Income Grows 2547933% to $17.9B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MSFT_BS_Q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MSFT_CF_Q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GOOGL Stock Grows 248.6% in Adj Close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EBITDA Reaches $1.35B with 16776.5%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