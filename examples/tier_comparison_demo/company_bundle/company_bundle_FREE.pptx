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95057"/>
                </a:solidFill>
              </a:rPr>
              <a:t>company_bundle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Free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95057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