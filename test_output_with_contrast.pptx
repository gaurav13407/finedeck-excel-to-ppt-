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ln w="25400">
              <a:solidFill>
                <a:srgbClr val="0F5132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Q1 2024</c:v>
                </c:pt>
                <c:pt idx="1">
                  <c:v>Q2 2024</c:v>
                </c:pt>
                <c:pt idx="2">
                  <c:v>Q3 2024</c:v>
                </c:pt>
                <c:pt idx="3">
                  <c:v>Q4 2024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100000</c:v>
                </c:pt>
                <c:pt idx="1">
                  <c:v>120000</c:v>
                </c:pt>
                <c:pt idx="2">
                  <c:v>140000</c:v>
                </c:pt>
                <c:pt idx="3">
                  <c:v>160000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</c:v>
                </c:pt>
              </c:strCache>
            </c:strRef>
          </c:tx>
          <c:spPr>
            <a:ln w="25400">
              <a:solidFill>
                <a:srgbClr val="198754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Q1 2024</c:v>
                </c:pt>
                <c:pt idx="1">
                  <c:v>Q2 2024</c:v>
                </c:pt>
                <c:pt idx="2">
                  <c:v>Q3 2024</c:v>
                </c:pt>
                <c:pt idx="3">
                  <c:v>Q4 2024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70000</c:v>
                </c:pt>
                <c:pt idx="1">
                  <c:v>80000</c:v>
                </c:pt>
                <c:pt idx="2">
                  <c:v>95000</c:v>
                </c:pt>
                <c:pt idx="3">
                  <c:v>110000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Profit</c:v>
                </c:pt>
              </c:strCache>
            </c:strRef>
          </c:tx>
          <c:spPr>
            <a:ln w="25400">
              <a:solidFill>
                <a:srgbClr val="20C997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Q1 2024</c:v>
                </c:pt>
                <c:pt idx="1">
                  <c:v>Q2 2024</c:v>
                </c:pt>
                <c:pt idx="2">
                  <c:v>Q3 2024</c:v>
                </c:pt>
                <c:pt idx="3">
                  <c:v>Q4 2024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30000</c:v>
                </c:pt>
                <c:pt idx="1">
                  <c:v>40000</c:v>
                </c:pt>
                <c:pt idx="2">
                  <c:v>45000</c:v>
                </c:pt>
                <c:pt idx="3">
                  <c:v>50000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0F5132"/>
                </a:solidFill>
              </a:rPr>
              <a:t>Sample_pnl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 ($49/month) Plan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5132"/>
                </a:solidFill>
              </a:defRPr>
            </a:pPr>
            <a:r>
              <a:t>Here's a clear, data-driven title that highlights the most important insight:</a:t>
            </a:r>
          </a:p>
          <a:p/>
          <a:p>
            <a:r>
              <a:t>"Revenue Growth Surges 60% to $130,000 in Q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5029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