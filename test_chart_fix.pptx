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F5132"/>
                </a:solidFill>
              </a:rPr>
              <a:t>company_bundle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 ($99/month)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SummaryAnalysis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AAPL_PricesAnalysis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25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AAPL_Income_A showing key metrices and trends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AAPL_BS_AAnalysis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63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AAPL_BS_A showing key metrices and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AAPL_CF_A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22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AAPL_Income_Q showing key metrices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60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AAPL_BS_Q showing key metrices and trends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AAPL_CF_QAnalysis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11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AAPL_CF_Q showing key metrices and trends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MSFT_PricesAnalysis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MSFT_Income_A showing key metrices and trends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MSFT_BS_A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MSFT_CF_A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MSFT_Income_Q showing key metrices and trends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MSFT_BS_Q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MSFT_CF_Q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GOOGL_PricesAnalysis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44 data points across 5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GOOGL_Income_A showing key metrices and trends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GOOGL_BS_AAnalysis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71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GOOGL_BS_A showing key metrices and trends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GOOGL_CF_A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45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GOOGL_Income_Q showing key metrices and trends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72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GOOGL_BS_Q showing key metrices and trends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GOOGL_CF_Q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AMZN_PricesAnalysis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AMZN_Income_A showing key metrices and trends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AMZN_BS_A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AMZN_CF_A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42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AMZN_Income_Q showing key metrices and trends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55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AMZN_BS_Q showing key metrices and trends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AMZN_CF_QAnalysis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14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AMZN_CF_Q showing key metrices and trends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TSLA_PricesAnalysis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TSLA_Income_AAnalysis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43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TSLA_Income_A showing key metrices and trends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TSLA_BS_AAnalysis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77 data points across 6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TSLA_BS_A showing key metrices and trends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TSLA_CF_A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TSLA_Income_QAnalysis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42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TSLA_Income_Q showing key metrices and trends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TSLA_BS_QAnalysis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75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TSLA_BS_Q showing key metrices and trends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5132"/>
                </a:solidFill>
              </a:defRPr>
            </a:pPr>
            <a:r>
              <a:t>TSLA_CF_QAnalysis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Key Insights:</a:t>
            </a:r>
          </a:p>
          <a:p>
            <a:pPr>
              <a:defRPr sz="1200"/>
            </a:pPr>
            <a:r>
              <a:t>• Analysis of 17 data points across 7 metrics</a:t>
            </a:r>
          </a:p>
          <a:p>
            <a:pPr>
              <a:defRPr sz="1200"/>
            </a:pPr>
            <a:r>
              <a:t>• Key trends and patterns identified in the dataset</a:t>
            </a:r>
          </a:p>
          <a:p>
            <a:pPr>
              <a:defRPr sz="1200"/>
            </a:pPr>
            <a:r>
              <a:t>• Multiple data points showing significant variation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/>
            </a:pPr>
            <a:r>
              <a:t>Analysis of TSLA_CF_Q showing key metrices and trends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